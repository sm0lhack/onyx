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rchivo Black" charset="1" panose="020B0A03020202020B04"/>
      <p:regular r:id="rId19"/>
    </p:embeddedFont>
    <p:embeddedFont>
      <p:font typeface="Garet Bold" charset="1" panose="00000000000000000000"/>
      <p:regular r:id="rId20"/>
    </p:embeddedFont>
    <p:embeddedFont>
      <p:font typeface="Garet" charset="1" panose="00000000000000000000"/>
      <p:regular r:id="rId21"/>
    </p:embeddedFont>
    <p:embeddedFont>
      <p:font typeface="Garet Light" charset="1" panose="00000000000000000000"/>
      <p:regular r:id="rId22"/>
    </p:embeddedFont>
    <p:embeddedFont>
      <p:font typeface="Oswald Bold" charset="1" panose="00000800000000000000"/>
      <p:regular r:id="rId23"/>
    </p:embeddedFont>
    <p:embeddedFont>
      <p:font typeface="Open Sauce"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jpeg" Type="http://schemas.openxmlformats.org/officeDocument/2006/relationships/image"/><Relationship Id="rId4" Target="../media/image18.jpe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jpeg" Type="http://schemas.openxmlformats.org/officeDocument/2006/relationships/image"/><Relationship Id="rId4" Target="../media/image26.jpeg" Type="http://schemas.openxmlformats.org/officeDocument/2006/relationships/image"/><Relationship Id="rId5" Target="../media/image28.jpeg" Type="http://schemas.openxmlformats.org/officeDocument/2006/relationships/image"/><Relationship Id="rId6" Target="../media/image29.jpe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34.png" Type="http://schemas.openxmlformats.org/officeDocument/2006/relationships/image"/><Relationship Id="rId12" Target="../media/image35.svg" Type="http://schemas.openxmlformats.org/officeDocument/2006/relationships/image"/><Relationship Id="rId13" Target="../media/image19.png" Type="http://schemas.openxmlformats.org/officeDocument/2006/relationships/image"/><Relationship Id="rId14" Target="../media/image20.svg" Type="http://schemas.openxmlformats.org/officeDocument/2006/relationships/image"/><Relationship Id="rId15" Target="../media/image10.png" Type="http://schemas.openxmlformats.org/officeDocument/2006/relationships/image"/><Relationship Id="rId16" Target="../media/image11.svg" Type="http://schemas.openxmlformats.org/officeDocument/2006/relationships/image"/><Relationship Id="rId17" Target="../media/image8.png" Type="http://schemas.openxmlformats.org/officeDocument/2006/relationships/image"/><Relationship Id="rId18" Target="../media/image9.svg" Type="http://schemas.openxmlformats.org/officeDocument/2006/relationships/image"/><Relationship Id="rId19" Target="../media/image36.png" Type="http://schemas.openxmlformats.org/officeDocument/2006/relationships/image"/><Relationship Id="rId2" Target="../media/image1.jpeg" Type="http://schemas.openxmlformats.org/officeDocument/2006/relationships/image"/><Relationship Id="rId20" Target="../media/image37.svg" Type="http://schemas.openxmlformats.org/officeDocument/2006/relationships/image"/><Relationship Id="rId21" Target="../media/image24.png" Type="http://schemas.openxmlformats.org/officeDocument/2006/relationships/image"/><Relationship Id="rId22" Target="../media/image25.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8.png" Type="http://schemas.openxmlformats.org/officeDocument/2006/relationships/image"/><Relationship Id="rId4" Target="../media/image3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5379298" y="8311463"/>
            <a:ext cx="1880002" cy="946837"/>
          </a:xfrm>
          <a:custGeom>
            <a:avLst/>
            <a:gdLst/>
            <a:ahLst/>
            <a:cxnLst/>
            <a:rect r="r" b="b" t="t" l="l"/>
            <a:pathLst>
              <a:path h="946837" w="1880002">
                <a:moveTo>
                  <a:pt x="0" y="0"/>
                </a:moveTo>
                <a:lnTo>
                  <a:pt x="1880002" y="0"/>
                </a:lnTo>
                <a:lnTo>
                  <a:pt x="1880002" y="946837"/>
                </a:lnTo>
                <a:lnTo>
                  <a:pt x="0" y="9468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1028700"/>
            <a:ext cx="797433" cy="707541"/>
          </a:xfrm>
          <a:custGeom>
            <a:avLst/>
            <a:gdLst/>
            <a:ahLst/>
            <a:cxnLst/>
            <a:rect r="r" b="b" t="t" l="l"/>
            <a:pathLst>
              <a:path h="707541" w="797433">
                <a:moveTo>
                  <a:pt x="0" y="0"/>
                </a:moveTo>
                <a:lnTo>
                  <a:pt x="797433" y="0"/>
                </a:lnTo>
                <a:lnTo>
                  <a:pt x="797433" y="707541"/>
                </a:lnTo>
                <a:lnTo>
                  <a:pt x="0" y="7075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886700" y="6391275"/>
            <a:ext cx="9382125" cy="370956"/>
          </a:xfrm>
          <a:prstGeom prst="rect">
            <a:avLst/>
          </a:prstGeom>
        </p:spPr>
        <p:txBody>
          <a:bodyPr anchor="t" rtlCol="false" tIns="0" lIns="0" bIns="0" rIns="0">
            <a:spAutoFit/>
          </a:bodyPr>
          <a:lstStyle/>
          <a:p>
            <a:pPr algn="r" marL="0" indent="0" lvl="0">
              <a:lnSpc>
                <a:spcPts val="2750"/>
              </a:lnSpc>
              <a:spcBef>
                <a:spcPct val="0"/>
              </a:spcBef>
            </a:pPr>
            <a:r>
              <a:rPr lang="en-US" sz="2750" spc="-217" strike="noStrike" u="none">
                <a:solidFill>
                  <a:srgbClr val="000000"/>
                </a:solidFill>
                <a:latin typeface="Archivo Black"/>
                <a:ea typeface="Archivo Black"/>
                <a:cs typeface="Archivo Black"/>
                <a:sym typeface="Archivo Black"/>
              </a:rPr>
              <a:t>Lorem ipsum dolor sit amet consectetur</a:t>
            </a:r>
          </a:p>
        </p:txBody>
      </p:sp>
      <p:sp>
        <p:nvSpPr>
          <p:cNvPr name="TextBox 6" id="6"/>
          <p:cNvSpPr txBox="true"/>
          <p:nvPr/>
        </p:nvSpPr>
        <p:spPr>
          <a:xfrm rot="0">
            <a:off x="1028700" y="8677275"/>
            <a:ext cx="3371850" cy="236855"/>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2B2B2B"/>
                </a:solidFill>
                <a:latin typeface="Garet Bold"/>
                <a:ea typeface="Garet Bold"/>
                <a:cs typeface="Garet Bold"/>
                <a:sym typeface="Garet Bold"/>
              </a:rPr>
              <a:t>LOREM IPSUM:</a:t>
            </a:r>
          </a:p>
        </p:txBody>
      </p:sp>
      <p:sp>
        <p:nvSpPr>
          <p:cNvPr name="TextBox 7" id="7"/>
          <p:cNvSpPr txBox="true"/>
          <p:nvPr/>
        </p:nvSpPr>
        <p:spPr>
          <a:xfrm rot="0">
            <a:off x="1028700" y="8963025"/>
            <a:ext cx="3371850" cy="236855"/>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2B2B2B"/>
                </a:solidFill>
                <a:latin typeface="Garet Bold"/>
                <a:ea typeface="Garet Bold"/>
                <a:cs typeface="Garet Bold"/>
                <a:sym typeface="Garet Bold"/>
              </a:rPr>
              <a:t>Dolor sit amet</a:t>
            </a:r>
          </a:p>
        </p:txBody>
      </p:sp>
      <p:sp>
        <p:nvSpPr>
          <p:cNvPr name="TextBox 8" id="8"/>
          <p:cNvSpPr txBox="true"/>
          <p:nvPr/>
        </p:nvSpPr>
        <p:spPr>
          <a:xfrm rot="0">
            <a:off x="4391025" y="8677275"/>
            <a:ext cx="3371850" cy="236855"/>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2B2B2B"/>
                </a:solidFill>
                <a:latin typeface="Garet Bold"/>
                <a:ea typeface="Garet Bold"/>
                <a:cs typeface="Garet Bold"/>
                <a:sym typeface="Garet Bold"/>
              </a:rPr>
              <a:t>CONSECTETUR:</a:t>
            </a:r>
          </a:p>
        </p:txBody>
      </p:sp>
      <p:sp>
        <p:nvSpPr>
          <p:cNvPr name="TextBox 9" id="9"/>
          <p:cNvSpPr txBox="true"/>
          <p:nvPr/>
        </p:nvSpPr>
        <p:spPr>
          <a:xfrm rot="0">
            <a:off x="4391025" y="8963025"/>
            <a:ext cx="3371850" cy="236855"/>
          </a:xfrm>
          <a:prstGeom prst="rect">
            <a:avLst/>
          </a:prstGeom>
        </p:spPr>
        <p:txBody>
          <a:bodyPr anchor="t" rtlCol="false" tIns="0" lIns="0" bIns="0" rIns="0">
            <a:spAutoFit/>
          </a:bodyPr>
          <a:lstStyle/>
          <a:p>
            <a:pPr algn="l" marL="0" indent="0" lvl="0">
              <a:lnSpc>
                <a:spcPts val="2079"/>
              </a:lnSpc>
              <a:spcBef>
                <a:spcPct val="0"/>
              </a:spcBef>
            </a:pPr>
            <a:r>
              <a:rPr lang="en-US" sz="1599" strike="noStrike" u="none">
                <a:solidFill>
                  <a:srgbClr val="2B2B2B"/>
                </a:solidFill>
                <a:latin typeface="Garet"/>
                <a:ea typeface="Garet"/>
                <a:cs typeface="Garet"/>
                <a:sym typeface="Garet"/>
              </a:rPr>
              <a:t>Adipiscing elit</a:t>
            </a:r>
          </a:p>
        </p:txBody>
      </p:sp>
      <p:sp>
        <p:nvSpPr>
          <p:cNvPr name="TextBox 10" id="10"/>
          <p:cNvSpPr txBox="true"/>
          <p:nvPr/>
        </p:nvSpPr>
        <p:spPr>
          <a:xfrm rot="0">
            <a:off x="7762875" y="8677275"/>
            <a:ext cx="3371850" cy="236855"/>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2B2B2B"/>
                </a:solidFill>
                <a:latin typeface="Garet Bold"/>
                <a:ea typeface="Garet Bold"/>
                <a:cs typeface="Garet Bold"/>
                <a:sym typeface="Garet Bold"/>
              </a:rPr>
              <a:t>VESTIBULUM:</a:t>
            </a:r>
          </a:p>
        </p:txBody>
      </p:sp>
      <p:sp>
        <p:nvSpPr>
          <p:cNvPr name="TextBox 11" id="11"/>
          <p:cNvSpPr txBox="true"/>
          <p:nvPr/>
        </p:nvSpPr>
        <p:spPr>
          <a:xfrm rot="0">
            <a:off x="7762875" y="8963025"/>
            <a:ext cx="3371850" cy="236855"/>
          </a:xfrm>
          <a:prstGeom prst="rect">
            <a:avLst/>
          </a:prstGeom>
        </p:spPr>
        <p:txBody>
          <a:bodyPr anchor="t" rtlCol="false" tIns="0" lIns="0" bIns="0" rIns="0">
            <a:spAutoFit/>
          </a:bodyPr>
          <a:lstStyle/>
          <a:p>
            <a:pPr algn="l" marL="0" indent="0" lvl="0">
              <a:lnSpc>
                <a:spcPts val="2079"/>
              </a:lnSpc>
              <a:spcBef>
                <a:spcPct val="0"/>
              </a:spcBef>
            </a:pPr>
            <a:r>
              <a:rPr lang="en-US" sz="1599" strike="noStrike" u="none">
                <a:solidFill>
                  <a:srgbClr val="2B2B2B"/>
                </a:solidFill>
                <a:latin typeface="Garet"/>
                <a:ea typeface="Garet"/>
                <a:cs typeface="Garet"/>
                <a:sym typeface="Garet"/>
              </a:rPr>
              <a:t>Sed do eiusmod</a:t>
            </a:r>
          </a:p>
        </p:txBody>
      </p:sp>
      <p:sp>
        <p:nvSpPr>
          <p:cNvPr name="TextBox 12" id="12"/>
          <p:cNvSpPr txBox="true"/>
          <p:nvPr/>
        </p:nvSpPr>
        <p:spPr>
          <a:xfrm rot="0">
            <a:off x="1971675" y="990600"/>
            <a:ext cx="4324350" cy="306705"/>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545454"/>
                </a:solidFill>
                <a:latin typeface="Garet Light"/>
                <a:ea typeface="Garet Light"/>
                <a:cs typeface="Garet Light"/>
                <a:sym typeface="Garet Light"/>
              </a:rPr>
              <a:t>Lorem Ipsum Co. | 01/01/2025</a:t>
            </a:r>
          </a:p>
        </p:txBody>
      </p:sp>
      <p:sp>
        <p:nvSpPr>
          <p:cNvPr name="TextBox 13" id="13"/>
          <p:cNvSpPr txBox="true"/>
          <p:nvPr/>
        </p:nvSpPr>
        <p:spPr>
          <a:xfrm rot="0">
            <a:off x="12087225" y="952500"/>
            <a:ext cx="5172075" cy="36576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000000"/>
                </a:solidFill>
                <a:latin typeface="Garet"/>
                <a:ea typeface="Garet"/>
                <a:cs typeface="Garet"/>
                <a:sym typeface="Garet"/>
              </a:rPr>
              <a:t>Lorem ipsum dolor sit amet</a:t>
            </a:r>
          </a:p>
        </p:txBody>
      </p:sp>
      <p:sp>
        <p:nvSpPr>
          <p:cNvPr name="Freeform 14" id="14"/>
          <p:cNvSpPr/>
          <p:nvPr/>
        </p:nvSpPr>
        <p:spPr>
          <a:xfrm flipH="false" flipV="false" rot="0">
            <a:off x="11750642" y="982048"/>
            <a:ext cx="338117" cy="338117"/>
          </a:xfrm>
          <a:custGeom>
            <a:avLst/>
            <a:gdLst/>
            <a:ahLst/>
            <a:cxnLst/>
            <a:rect r="r" b="b" t="t" l="l"/>
            <a:pathLst>
              <a:path h="338117" w="338117">
                <a:moveTo>
                  <a:pt x="0" y="0"/>
                </a:moveTo>
                <a:lnTo>
                  <a:pt x="338118" y="0"/>
                </a:lnTo>
                <a:lnTo>
                  <a:pt x="338118" y="338117"/>
                </a:lnTo>
                <a:lnTo>
                  <a:pt x="0" y="3381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6486525" y="3952875"/>
            <a:ext cx="10782300" cy="2304898"/>
          </a:xfrm>
          <a:prstGeom prst="rect">
            <a:avLst/>
          </a:prstGeom>
        </p:spPr>
        <p:txBody>
          <a:bodyPr anchor="t" rtlCol="false" tIns="0" lIns="0" bIns="0" rIns="0">
            <a:spAutoFit/>
          </a:bodyPr>
          <a:lstStyle/>
          <a:p>
            <a:pPr algn="r" marL="0" indent="0" lvl="0">
              <a:lnSpc>
                <a:spcPts val="8494"/>
              </a:lnSpc>
              <a:spcBef>
                <a:spcPct val="0"/>
              </a:spcBef>
            </a:pPr>
            <a:r>
              <a:rPr lang="en-US" sz="10890" spc="-860" strike="noStrike" u="none">
                <a:solidFill>
                  <a:srgbClr val="000000"/>
                </a:solidFill>
                <a:latin typeface="Archivo Black"/>
                <a:ea typeface="Archivo Black"/>
                <a:cs typeface="Archivo Black"/>
                <a:sym typeface="Archivo Black"/>
              </a:rPr>
              <a:t>LOREM</a:t>
            </a:r>
          </a:p>
          <a:p>
            <a:pPr algn="r" marL="0" indent="0" lvl="0">
              <a:lnSpc>
                <a:spcPts val="8494"/>
              </a:lnSpc>
              <a:spcBef>
                <a:spcPct val="0"/>
              </a:spcBef>
            </a:pPr>
            <a:r>
              <a:rPr lang="en-US" sz="10890" spc="-860" strike="noStrike" u="none">
                <a:solidFill>
                  <a:srgbClr val="000000"/>
                </a:solidFill>
                <a:latin typeface="Archivo Black"/>
                <a:ea typeface="Archivo Black"/>
                <a:cs typeface="Archivo Black"/>
                <a:sym typeface="Archivo Black"/>
              </a:rPr>
              <a:t>IPSUM DECK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aphicFrame>
        <p:nvGraphicFramePr>
          <p:cNvPr name="Table 3" id="3"/>
          <p:cNvGraphicFramePr>
            <a:graphicFrameLocks noGrp="true"/>
          </p:cNvGraphicFramePr>
          <p:nvPr/>
        </p:nvGraphicFramePr>
        <p:xfrm>
          <a:off x="10199594" y="1814513"/>
          <a:ext cx="6511183" cy="6572250"/>
        </p:xfrm>
        <a:graphic>
          <a:graphicData uri="http://schemas.openxmlformats.org/drawingml/2006/table">
            <a:tbl>
              <a:tblPr/>
              <a:tblGrid>
                <a:gridCol w="866395"/>
                <a:gridCol w="5025021"/>
              </a:tblGrid>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Overview</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Goals and company vision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Target Audience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Competition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Timeline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Message from project founder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Team</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10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Contacts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706637" y="1559650"/>
            <a:ext cx="9125543" cy="7167700"/>
          </a:xfrm>
          <a:custGeom>
            <a:avLst/>
            <a:gdLst/>
            <a:ahLst/>
            <a:cxnLst/>
            <a:rect r="r" b="b" t="t" l="l"/>
            <a:pathLst>
              <a:path h="7167700" w="9125543">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9313" y="0"/>
            <a:ext cx="3488687" cy="1198840"/>
          </a:xfrm>
          <a:custGeom>
            <a:avLst/>
            <a:gdLst/>
            <a:ahLst/>
            <a:cxnLst/>
            <a:rect r="r" b="b" t="t" l="l"/>
            <a:pathLst>
              <a:path h="1198840" w="3488687">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600200" y="2447925"/>
            <a:ext cx="6534150" cy="776224"/>
          </a:xfrm>
          <a:prstGeom prst="rect">
            <a:avLst/>
          </a:prstGeom>
        </p:spPr>
        <p:txBody>
          <a:bodyPr anchor="t" rtlCol="false" tIns="0" lIns="0" bIns="0" rIns="0">
            <a:spAutoFit/>
          </a:bodyPr>
          <a:lstStyle/>
          <a:p>
            <a:pPr algn="just" marL="0" indent="0" lvl="0">
              <a:lnSpc>
                <a:spcPts val="5810"/>
              </a:lnSpc>
              <a:spcBef>
                <a:spcPct val="0"/>
              </a:spcBef>
            </a:pPr>
            <a:r>
              <a:rPr lang="en-US" sz="5810" spc="-458" strike="noStrike" u="none">
                <a:solidFill>
                  <a:srgbClr val="FFFFFF"/>
                </a:solidFill>
                <a:latin typeface="Archivo Black"/>
                <a:ea typeface="Archivo Black"/>
                <a:cs typeface="Archivo Black"/>
                <a:sym typeface="Archivo Black"/>
              </a:rPr>
              <a:t>Agenda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pSp>
        <p:nvGrpSpPr>
          <p:cNvPr name="Group 3" id="3"/>
          <p:cNvGrpSpPr/>
          <p:nvPr/>
        </p:nvGrpSpPr>
        <p:grpSpPr>
          <a:xfrm rot="0">
            <a:off x="5543434" y="0"/>
            <a:ext cx="7201132" cy="10287000"/>
            <a:chOff x="0" y="0"/>
            <a:chExt cx="9601509" cy="13716000"/>
          </a:xfrm>
        </p:grpSpPr>
        <p:pic>
          <p:nvPicPr>
            <p:cNvPr name="Picture 4" id="4"/>
            <p:cNvPicPr>
              <a:picLocks noChangeAspect="true"/>
            </p:cNvPicPr>
            <p:nvPr/>
          </p:nvPicPr>
          <p:blipFill>
            <a:blip r:embed="rId3"/>
            <a:srcRect l="983" t="0" r="52377" b="0"/>
            <a:stretch>
              <a:fillRect/>
            </a:stretch>
          </p:blipFill>
          <p:spPr>
            <a:xfrm flipH="false" flipV="false">
              <a:off x="0" y="0"/>
              <a:ext cx="9601509" cy="13716000"/>
            </a:xfrm>
            <a:prstGeom prst="rect">
              <a:avLst/>
            </a:prstGeom>
          </p:spPr>
        </p:pic>
      </p:grpSp>
      <p:sp>
        <p:nvSpPr>
          <p:cNvPr name="TextBox 5" id="5"/>
          <p:cNvSpPr txBox="true"/>
          <p:nvPr/>
        </p:nvSpPr>
        <p:spPr>
          <a:xfrm rot="0">
            <a:off x="13430250" y="4876800"/>
            <a:ext cx="3829050" cy="1749425"/>
          </a:xfrm>
          <a:prstGeom prst="rect">
            <a:avLst/>
          </a:prstGeom>
        </p:spPr>
        <p:txBody>
          <a:bodyPr anchor="t" rtlCol="false" tIns="0" lIns="0" bIns="0" rIns="0">
            <a:spAutoFit/>
          </a:bodyPr>
          <a:lstStyle/>
          <a:p>
            <a:pPr algn="r" marL="0" indent="0" lvl="0">
              <a:lnSpc>
                <a:spcPts val="2800"/>
              </a:lnSpc>
              <a:spcBef>
                <a:spcPct val="0"/>
              </a:spcBef>
            </a:pPr>
            <a:r>
              <a:rPr lang="en-US" sz="2000" strike="noStrike" u="none">
                <a:solidFill>
                  <a:srgbClr val="000000"/>
                </a:solidFill>
                <a:latin typeface="Garet"/>
                <a:ea typeface="Garet"/>
                <a:cs typeface="Garet"/>
                <a:sym typeface="Garet"/>
              </a:rPr>
              <a:t>Lorem ipsum dolor sit amet, consectetur adipiscing elit. Sed do eiusmod tempor incididunt ut labore et dolore magna aliqua.</a:t>
            </a:r>
          </a:p>
        </p:txBody>
      </p:sp>
      <p:sp>
        <p:nvSpPr>
          <p:cNvPr name="TextBox 6" id="6"/>
          <p:cNvSpPr txBox="true"/>
          <p:nvPr/>
        </p:nvSpPr>
        <p:spPr>
          <a:xfrm rot="0">
            <a:off x="1752600" y="4076700"/>
            <a:ext cx="3124200" cy="2101850"/>
          </a:xfrm>
          <a:prstGeom prst="rect">
            <a:avLst/>
          </a:prstGeom>
        </p:spPr>
        <p:txBody>
          <a:bodyPr anchor="t" rtlCol="false" tIns="0" lIns="0" bIns="0" rIns="0">
            <a:spAutoFit/>
          </a:bodyPr>
          <a:lstStyle/>
          <a:p>
            <a:pPr algn="l" marL="0" indent="0" lvl="0">
              <a:lnSpc>
                <a:spcPts val="2800"/>
              </a:lnSpc>
              <a:spcBef>
                <a:spcPct val="0"/>
              </a:spcBef>
            </a:pPr>
            <a:r>
              <a:rPr lang="en-US" sz="2000" strike="noStrike" u="none">
                <a:solidFill>
                  <a:srgbClr val="000000"/>
                </a:solidFill>
                <a:latin typeface="Garet"/>
                <a:ea typeface="Garet"/>
                <a:cs typeface="Garet"/>
                <a:sym typeface="Garet"/>
              </a:rPr>
              <a:t>Lorem ipsum dolor sit amet, consectetur adipiscing elit. Sed do eiusmod tempor incididunt ut labore et dolore magna aliqua.</a:t>
            </a:r>
          </a:p>
        </p:txBody>
      </p:sp>
      <p:sp>
        <p:nvSpPr>
          <p:cNvPr name="TextBox 7" id="7"/>
          <p:cNvSpPr txBox="true"/>
          <p:nvPr/>
        </p:nvSpPr>
        <p:spPr>
          <a:xfrm rot="0">
            <a:off x="1044134" y="4073525"/>
            <a:ext cx="467670" cy="339725"/>
          </a:xfrm>
          <a:prstGeom prst="rect">
            <a:avLst/>
          </a:prstGeom>
        </p:spPr>
        <p:txBody>
          <a:bodyPr anchor="t" rtlCol="false" tIns="0" lIns="0" bIns="0" rIns="0">
            <a:spAutoFit/>
          </a:bodyPr>
          <a:lstStyle/>
          <a:p>
            <a:pPr algn="r">
              <a:lnSpc>
                <a:spcPts val="2800"/>
              </a:lnSpc>
            </a:pPr>
            <a:r>
              <a:rPr lang="en-US" b="true" sz="2000">
                <a:solidFill>
                  <a:srgbClr val="000000"/>
                </a:solidFill>
                <a:latin typeface="Garet Bold"/>
                <a:ea typeface="Garet Bold"/>
                <a:cs typeface="Garet Bold"/>
                <a:sym typeface="Garet Bold"/>
              </a:rPr>
              <a:t>02</a:t>
            </a:r>
          </a:p>
        </p:txBody>
      </p:sp>
      <p:sp>
        <p:nvSpPr>
          <p:cNvPr name="TextBox 8" id="8"/>
          <p:cNvSpPr txBox="true"/>
          <p:nvPr/>
        </p:nvSpPr>
        <p:spPr>
          <a:xfrm rot="0">
            <a:off x="1771650" y="1133475"/>
            <a:ext cx="3124200" cy="2101850"/>
          </a:xfrm>
          <a:prstGeom prst="rect">
            <a:avLst/>
          </a:prstGeom>
        </p:spPr>
        <p:txBody>
          <a:bodyPr anchor="t" rtlCol="false" tIns="0" lIns="0" bIns="0" rIns="0">
            <a:spAutoFit/>
          </a:bodyPr>
          <a:lstStyle/>
          <a:p>
            <a:pPr algn="l" marL="0" indent="0" lvl="0">
              <a:lnSpc>
                <a:spcPts val="2800"/>
              </a:lnSpc>
              <a:spcBef>
                <a:spcPct val="0"/>
              </a:spcBef>
            </a:pPr>
            <a:r>
              <a:rPr lang="en-US" sz="2000" strike="noStrike" u="none">
                <a:solidFill>
                  <a:srgbClr val="000000"/>
                </a:solidFill>
                <a:latin typeface="Garet"/>
                <a:ea typeface="Garet"/>
                <a:cs typeface="Garet"/>
                <a:sym typeface="Garet"/>
              </a:rPr>
              <a:t>Lorem ipsum dolor sit amet, consectetur adipiscing elit. Sed do eiusmod tempor incididunt ut labore et dolore magna aliqua.</a:t>
            </a:r>
          </a:p>
        </p:txBody>
      </p:sp>
      <p:sp>
        <p:nvSpPr>
          <p:cNvPr name="TextBox 9" id="9"/>
          <p:cNvSpPr txBox="true"/>
          <p:nvPr/>
        </p:nvSpPr>
        <p:spPr>
          <a:xfrm rot="0">
            <a:off x="1028700" y="1129691"/>
            <a:ext cx="467670" cy="339725"/>
          </a:xfrm>
          <a:prstGeom prst="rect">
            <a:avLst/>
          </a:prstGeom>
        </p:spPr>
        <p:txBody>
          <a:bodyPr anchor="t" rtlCol="false" tIns="0" lIns="0" bIns="0" rIns="0">
            <a:spAutoFit/>
          </a:bodyPr>
          <a:lstStyle/>
          <a:p>
            <a:pPr algn="r">
              <a:lnSpc>
                <a:spcPts val="2800"/>
              </a:lnSpc>
            </a:pPr>
            <a:r>
              <a:rPr lang="en-US" b="true" sz="2000">
                <a:solidFill>
                  <a:srgbClr val="000000"/>
                </a:solidFill>
                <a:latin typeface="Garet Bold"/>
                <a:ea typeface="Garet Bold"/>
                <a:cs typeface="Garet Bold"/>
                <a:sym typeface="Garet Bold"/>
              </a:rPr>
              <a:t>01</a:t>
            </a:r>
          </a:p>
        </p:txBody>
      </p:sp>
      <p:sp>
        <p:nvSpPr>
          <p:cNvPr name="TextBox 10" id="10"/>
          <p:cNvSpPr txBox="true"/>
          <p:nvPr/>
        </p:nvSpPr>
        <p:spPr>
          <a:xfrm rot="0">
            <a:off x="10058400" y="4010025"/>
            <a:ext cx="7210425" cy="776224"/>
          </a:xfrm>
          <a:prstGeom prst="rect">
            <a:avLst/>
          </a:prstGeom>
        </p:spPr>
        <p:txBody>
          <a:bodyPr anchor="t" rtlCol="false" tIns="0" lIns="0" bIns="0" rIns="0">
            <a:spAutoFit/>
          </a:bodyPr>
          <a:lstStyle/>
          <a:p>
            <a:pPr algn="r" marL="0" indent="0" lvl="0">
              <a:lnSpc>
                <a:spcPts val="5810"/>
              </a:lnSpc>
              <a:spcBef>
                <a:spcPct val="0"/>
              </a:spcBef>
            </a:pPr>
            <a:r>
              <a:rPr lang="en-US" sz="5810" spc="-458" strike="noStrike" u="none">
                <a:solidFill>
                  <a:srgbClr val="000000"/>
                </a:solidFill>
                <a:latin typeface="Archivo Black"/>
                <a:ea typeface="Archivo Black"/>
                <a:cs typeface="Archivo Black"/>
                <a:sym typeface="Archivo Black"/>
              </a:rPr>
              <a:t>Lorem Ipsum</a:t>
            </a:r>
          </a:p>
        </p:txBody>
      </p:sp>
      <p:sp>
        <p:nvSpPr>
          <p:cNvPr name="TextBox 11" id="11"/>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03/10</a:t>
            </a:r>
          </a:p>
        </p:txBody>
      </p:sp>
      <p:sp>
        <p:nvSpPr>
          <p:cNvPr name="TextBox 12" id="12"/>
          <p:cNvSpPr txBox="true"/>
          <p:nvPr/>
        </p:nvSpPr>
        <p:spPr>
          <a:xfrm rot="0">
            <a:off x="13106400" y="8896350"/>
            <a:ext cx="4162425" cy="365760"/>
          </a:xfrm>
          <a:prstGeom prst="rect">
            <a:avLst/>
          </a:prstGeom>
        </p:spPr>
        <p:txBody>
          <a:bodyPr anchor="t" rtlCol="false" tIns="0" lIns="0" bIns="0" rIns="0">
            <a:spAutoFit/>
          </a:bodyPr>
          <a:lstStyle/>
          <a:p>
            <a:pPr algn="r" marL="0" indent="0" lvl="0">
              <a:lnSpc>
                <a:spcPts val="2940"/>
              </a:lnSpc>
              <a:spcBef>
                <a:spcPct val="0"/>
              </a:spcBef>
            </a:pPr>
            <a:r>
              <a:rPr lang="en-US" sz="2100" strike="noStrike" u="none">
                <a:solidFill>
                  <a:srgbClr val="000000"/>
                </a:solidFill>
                <a:latin typeface="Garet"/>
                <a:ea typeface="Garet"/>
                <a:cs typeface="Garet"/>
                <a:sym typeface="Garet"/>
              </a:rPr>
              <a:t>www.loremipsum.com</a:t>
            </a:r>
          </a:p>
        </p:txBody>
      </p:sp>
      <p:sp>
        <p:nvSpPr>
          <p:cNvPr name="TextBox 13" id="13"/>
          <p:cNvSpPr txBox="true"/>
          <p:nvPr/>
        </p:nvSpPr>
        <p:spPr>
          <a:xfrm rot="0">
            <a:off x="1059569" y="7017359"/>
            <a:ext cx="467670" cy="339725"/>
          </a:xfrm>
          <a:prstGeom prst="rect">
            <a:avLst/>
          </a:prstGeom>
        </p:spPr>
        <p:txBody>
          <a:bodyPr anchor="t" rtlCol="false" tIns="0" lIns="0" bIns="0" rIns="0">
            <a:spAutoFit/>
          </a:bodyPr>
          <a:lstStyle/>
          <a:p>
            <a:pPr algn="r">
              <a:lnSpc>
                <a:spcPts val="2800"/>
              </a:lnSpc>
            </a:pPr>
            <a:r>
              <a:rPr lang="en-US" b="true" sz="2000">
                <a:solidFill>
                  <a:srgbClr val="000000"/>
                </a:solidFill>
                <a:latin typeface="Garet Bold"/>
                <a:ea typeface="Garet Bold"/>
                <a:cs typeface="Garet Bold"/>
                <a:sym typeface="Garet Bold"/>
              </a:rPr>
              <a:t>03</a:t>
            </a:r>
          </a:p>
        </p:txBody>
      </p:sp>
      <p:sp>
        <p:nvSpPr>
          <p:cNvPr name="TextBox 14" id="14"/>
          <p:cNvSpPr txBox="true"/>
          <p:nvPr/>
        </p:nvSpPr>
        <p:spPr>
          <a:xfrm rot="0">
            <a:off x="1733550" y="7019925"/>
            <a:ext cx="3124200" cy="2101850"/>
          </a:xfrm>
          <a:prstGeom prst="rect">
            <a:avLst/>
          </a:prstGeom>
        </p:spPr>
        <p:txBody>
          <a:bodyPr anchor="t" rtlCol="false" tIns="0" lIns="0" bIns="0" rIns="0">
            <a:spAutoFit/>
          </a:bodyPr>
          <a:lstStyle/>
          <a:p>
            <a:pPr algn="l" marL="0" indent="0" lvl="0">
              <a:lnSpc>
                <a:spcPts val="2800"/>
              </a:lnSpc>
              <a:spcBef>
                <a:spcPct val="0"/>
              </a:spcBef>
            </a:pPr>
            <a:r>
              <a:rPr lang="en-US" sz="2000" strike="noStrike" u="none">
                <a:solidFill>
                  <a:srgbClr val="000000"/>
                </a:solidFill>
                <a:latin typeface="Garet"/>
                <a:ea typeface="Garet"/>
                <a:cs typeface="Garet"/>
                <a:sym typeface="Garet"/>
              </a:rPr>
              <a:t>Lorem ipsum dolor sit amet, consectetur adipiscing elit. Sed do eiusmod tempor incididunt ut labore et dolore magna aliqua.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2095936" y="5404604"/>
            <a:ext cx="1672526" cy="702461"/>
          </a:xfrm>
          <a:custGeom>
            <a:avLst/>
            <a:gdLst/>
            <a:ahLst/>
            <a:cxnLst/>
            <a:rect r="r" b="b" t="t" l="l"/>
            <a:pathLst>
              <a:path h="702461" w="1672526">
                <a:moveTo>
                  <a:pt x="0" y="0"/>
                </a:moveTo>
                <a:lnTo>
                  <a:pt x="1672526" y="0"/>
                </a:lnTo>
                <a:lnTo>
                  <a:pt x="1672526" y="702461"/>
                </a:lnTo>
                <a:lnTo>
                  <a:pt x="0" y="70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8307737" y="5404604"/>
            <a:ext cx="1672526" cy="702461"/>
          </a:xfrm>
          <a:custGeom>
            <a:avLst/>
            <a:gdLst/>
            <a:ahLst/>
            <a:cxnLst/>
            <a:rect r="r" b="b" t="t" l="l"/>
            <a:pathLst>
              <a:path h="702461" w="1672526">
                <a:moveTo>
                  <a:pt x="0" y="0"/>
                </a:moveTo>
                <a:lnTo>
                  <a:pt x="1672526" y="0"/>
                </a:lnTo>
                <a:lnTo>
                  <a:pt x="1672526" y="702461"/>
                </a:lnTo>
                <a:lnTo>
                  <a:pt x="0" y="70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519538" y="5404604"/>
            <a:ext cx="1672526" cy="702461"/>
          </a:xfrm>
          <a:custGeom>
            <a:avLst/>
            <a:gdLst/>
            <a:ahLst/>
            <a:cxnLst/>
            <a:rect r="r" b="b" t="t" l="l"/>
            <a:pathLst>
              <a:path h="702461" w="1672526">
                <a:moveTo>
                  <a:pt x="0" y="0"/>
                </a:moveTo>
                <a:lnTo>
                  <a:pt x="1672526" y="0"/>
                </a:lnTo>
                <a:lnTo>
                  <a:pt x="1672526" y="702461"/>
                </a:lnTo>
                <a:lnTo>
                  <a:pt x="0" y="70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11159450" y="-140976"/>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028700" y="1571625"/>
            <a:ext cx="7286625" cy="776224"/>
          </a:xfrm>
          <a:prstGeom prst="rect">
            <a:avLst/>
          </a:prstGeom>
        </p:spPr>
        <p:txBody>
          <a:bodyPr anchor="t" rtlCol="false" tIns="0" lIns="0" bIns="0" rIns="0">
            <a:spAutoFit/>
          </a:bodyPr>
          <a:lstStyle/>
          <a:p>
            <a:pPr algn="l" marL="0" indent="0" lvl="0">
              <a:lnSpc>
                <a:spcPts val="5810"/>
              </a:lnSpc>
              <a:spcBef>
                <a:spcPct val="0"/>
              </a:spcBef>
            </a:pPr>
            <a:r>
              <a:rPr lang="en-US" sz="5810" spc="-458" strike="noStrike" u="none">
                <a:solidFill>
                  <a:srgbClr val="000000"/>
                </a:solidFill>
                <a:latin typeface="Archivo Black"/>
                <a:ea typeface="Archivo Black"/>
                <a:cs typeface="Archivo Black"/>
                <a:sym typeface="Archivo Black"/>
              </a:rPr>
              <a:t>Lorem Ipsum Dolor</a:t>
            </a:r>
          </a:p>
        </p:txBody>
      </p:sp>
      <p:sp>
        <p:nvSpPr>
          <p:cNvPr name="TextBox 10" id="10"/>
          <p:cNvSpPr txBox="true"/>
          <p:nvPr/>
        </p:nvSpPr>
        <p:spPr>
          <a:xfrm rot="0">
            <a:off x="14382445" y="981075"/>
            <a:ext cx="2876855"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04/10</a:t>
            </a:r>
          </a:p>
        </p:txBody>
      </p:sp>
      <p:sp>
        <p:nvSpPr>
          <p:cNvPr name="TextBox 11" id="11"/>
          <p:cNvSpPr txBox="true"/>
          <p:nvPr/>
        </p:nvSpPr>
        <p:spPr>
          <a:xfrm rot="0">
            <a:off x="1028700" y="3190875"/>
            <a:ext cx="8829675" cy="36576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000000"/>
                </a:solidFill>
                <a:latin typeface="Garet"/>
                <a:ea typeface="Garet"/>
                <a:cs typeface="Garet"/>
                <a:sym typeface="Garet"/>
              </a:rPr>
              <a:t>Lorem ipsum dolor sit amet consectetur adipiscing elit.</a:t>
            </a:r>
          </a:p>
        </p:txBody>
      </p:sp>
      <p:sp>
        <p:nvSpPr>
          <p:cNvPr name="TextBox 12" id="12"/>
          <p:cNvSpPr txBox="true"/>
          <p:nvPr/>
        </p:nvSpPr>
        <p:spPr>
          <a:xfrm rot="0">
            <a:off x="1028700" y="6477000"/>
            <a:ext cx="3810000" cy="485775"/>
          </a:xfrm>
          <a:prstGeom prst="rect">
            <a:avLst/>
          </a:prstGeom>
        </p:spPr>
        <p:txBody>
          <a:bodyPr anchor="t" rtlCol="false" tIns="0" lIns="0" bIns="0" rIns="0">
            <a:spAutoFit/>
          </a:bodyPr>
          <a:lstStyle/>
          <a:p>
            <a:pPr algn="ctr" marL="0" indent="0" lvl="0">
              <a:lnSpc>
                <a:spcPts val="3840"/>
              </a:lnSpc>
              <a:spcBef>
                <a:spcPct val="0"/>
              </a:spcBef>
            </a:pPr>
            <a:r>
              <a:rPr lang="en-US" b="true" sz="3200" strike="noStrike" u="none">
                <a:solidFill>
                  <a:srgbClr val="000000"/>
                </a:solidFill>
                <a:latin typeface="Garet Bold"/>
                <a:ea typeface="Garet Bold"/>
                <a:cs typeface="Garet Bold"/>
                <a:sym typeface="Garet Bold"/>
              </a:rPr>
              <a:t>Lorem # 1</a:t>
            </a:r>
          </a:p>
        </p:txBody>
      </p:sp>
      <p:sp>
        <p:nvSpPr>
          <p:cNvPr name="TextBox 13" id="13"/>
          <p:cNvSpPr txBox="true"/>
          <p:nvPr/>
        </p:nvSpPr>
        <p:spPr>
          <a:xfrm rot="0">
            <a:off x="7239000" y="6477000"/>
            <a:ext cx="3810000" cy="485775"/>
          </a:xfrm>
          <a:prstGeom prst="rect">
            <a:avLst/>
          </a:prstGeom>
        </p:spPr>
        <p:txBody>
          <a:bodyPr anchor="t" rtlCol="false" tIns="0" lIns="0" bIns="0" rIns="0">
            <a:spAutoFit/>
          </a:bodyPr>
          <a:lstStyle/>
          <a:p>
            <a:pPr algn="ctr" marL="0" indent="0" lvl="0">
              <a:lnSpc>
                <a:spcPts val="3840"/>
              </a:lnSpc>
              <a:spcBef>
                <a:spcPct val="0"/>
              </a:spcBef>
            </a:pPr>
            <a:r>
              <a:rPr lang="en-US" b="true" sz="3200" strike="noStrike" u="none">
                <a:solidFill>
                  <a:srgbClr val="000000"/>
                </a:solidFill>
                <a:latin typeface="Garet Bold"/>
                <a:ea typeface="Garet Bold"/>
                <a:cs typeface="Garet Bold"/>
                <a:sym typeface="Garet Bold"/>
              </a:rPr>
              <a:t>Lorem # 2</a:t>
            </a:r>
          </a:p>
        </p:txBody>
      </p:sp>
      <p:sp>
        <p:nvSpPr>
          <p:cNvPr name="TextBox 14" id="14"/>
          <p:cNvSpPr txBox="true"/>
          <p:nvPr/>
        </p:nvSpPr>
        <p:spPr>
          <a:xfrm rot="0">
            <a:off x="428625" y="7077075"/>
            <a:ext cx="5019675" cy="737235"/>
          </a:xfrm>
          <a:prstGeom prst="rect">
            <a:avLst/>
          </a:prstGeom>
        </p:spPr>
        <p:txBody>
          <a:bodyPr anchor="t" rtlCol="false" tIns="0" lIns="0" bIns="0" rIns="0">
            <a:spAutoFit/>
          </a:bodyPr>
          <a:lstStyle/>
          <a:p>
            <a:pPr algn="ctr" marL="0" indent="0" lvl="0">
              <a:lnSpc>
                <a:spcPts val="2940"/>
              </a:lnSpc>
              <a:spcBef>
                <a:spcPct val="0"/>
              </a:spcBef>
            </a:pPr>
            <a:r>
              <a:rPr lang="en-US" sz="2100" strike="noStrike" u="none">
                <a:solidFill>
                  <a:srgbClr val="000000"/>
                </a:solidFill>
                <a:latin typeface="Garet"/>
                <a:ea typeface="Garet"/>
                <a:cs typeface="Garet"/>
                <a:sym typeface="Garet"/>
              </a:rPr>
              <a:t>Sed do eiusmod tempor</a:t>
            </a:r>
          </a:p>
          <a:p>
            <a:pPr algn="ctr" marL="0" indent="0" lvl="0">
              <a:lnSpc>
                <a:spcPts val="2940"/>
              </a:lnSpc>
              <a:spcBef>
                <a:spcPct val="0"/>
              </a:spcBef>
            </a:pPr>
            <a:r>
              <a:rPr lang="en-US" sz="2100" strike="noStrike" u="none">
                <a:solidFill>
                  <a:srgbClr val="000000"/>
                </a:solidFill>
                <a:latin typeface="Garet"/>
                <a:ea typeface="Garet"/>
                <a:cs typeface="Garet"/>
                <a:sym typeface="Garet"/>
              </a:rPr>
              <a:t>incididunt ut labore.</a:t>
            </a:r>
          </a:p>
        </p:txBody>
      </p:sp>
      <p:sp>
        <p:nvSpPr>
          <p:cNvPr name="TextBox 15" id="15"/>
          <p:cNvSpPr txBox="true"/>
          <p:nvPr/>
        </p:nvSpPr>
        <p:spPr>
          <a:xfrm rot="0">
            <a:off x="6638925" y="7077075"/>
            <a:ext cx="5019675" cy="737235"/>
          </a:xfrm>
          <a:prstGeom prst="rect">
            <a:avLst/>
          </a:prstGeom>
        </p:spPr>
        <p:txBody>
          <a:bodyPr anchor="t" rtlCol="false" tIns="0" lIns="0" bIns="0" rIns="0">
            <a:spAutoFit/>
          </a:bodyPr>
          <a:lstStyle/>
          <a:p>
            <a:pPr algn="ctr" marL="0" indent="0" lvl="0">
              <a:lnSpc>
                <a:spcPts val="2940"/>
              </a:lnSpc>
              <a:spcBef>
                <a:spcPct val="0"/>
              </a:spcBef>
            </a:pPr>
            <a:r>
              <a:rPr lang="en-US" sz="2100" strike="noStrike" u="none">
                <a:solidFill>
                  <a:srgbClr val="000000"/>
                </a:solidFill>
                <a:latin typeface="Garet"/>
                <a:ea typeface="Garet"/>
                <a:cs typeface="Garet"/>
                <a:sym typeface="Garet"/>
              </a:rPr>
              <a:t>Ut enim ad minim</a:t>
            </a:r>
          </a:p>
          <a:p>
            <a:pPr algn="ctr" marL="0" indent="0" lvl="0">
              <a:lnSpc>
                <a:spcPts val="2940"/>
              </a:lnSpc>
              <a:spcBef>
                <a:spcPct val="0"/>
              </a:spcBef>
            </a:pPr>
            <a:r>
              <a:rPr lang="en-US" sz="2100" strike="noStrike" u="none">
                <a:solidFill>
                  <a:srgbClr val="000000"/>
                </a:solidFill>
                <a:latin typeface="Garet"/>
                <a:ea typeface="Garet"/>
                <a:cs typeface="Garet"/>
                <a:sym typeface="Garet"/>
              </a:rPr>
              <a:t>veniam quis nostrud.</a:t>
            </a:r>
          </a:p>
        </p:txBody>
      </p:sp>
      <p:sp>
        <p:nvSpPr>
          <p:cNvPr name="TextBox 16" id="16"/>
          <p:cNvSpPr txBox="true"/>
          <p:nvPr/>
        </p:nvSpPr>
        <p:spPr>
          <a:xfrm rot="0">
            <a:off x="13449300" y="6477000"/>
            <a:ext cx="3810000" cy="485775"/>
          </a:xfrm>
          <a:prstGeom prst="rect">
            <a:avLst/>
          </a:prstGeom>
        </p:spPr>
        <p:txBody>
          <a:bodyPr anchor="t" rtlCol="false" tIns="0" lIns="0" bIns="0" rIns="0">
            <a:spAutoFit/>
          </a:bodyPr>
          <a:lstStyle/>
          <a:p>
            <a:pPr algn="ctr" marL="0" indent="0" lvl="0">
              <a:lnSpc>
                <a:spcPts val="3840"/>
              </a:lnSpc>
              <a:spcBef>
                <a:spcPct val="0"/>
              </a:spcBef>
            </a:pPr>
            <a:r>
              <a:rPr lang="en-US" b="true" sz="3200" strike="noStrike" u="none">
                <a:solidFill>
                  <a:srgbClr val="000000"/>
                </a:solidFill>
                <a:latin typeface="Garet Bold"/>
                <a:ea typeface="Garet Bold"/>
                <a:cs typeface="Garet Bold"/>
                <a:sym typeface="Garet Bold"/>
              </a:rPr>
              <a:t>Lorem # 3</a:t>
            </a:r>
          </a:p>
        </p:txBody>
      </p:sp>
      <p:sp>
        <p:nvSpPr>
          <p:cNvPr name="TextBox 17" id="17"/>
          <p:cNvSpPr txBox="true"/>
          <p:nvPr/>
        </p:nvSpPr>
        <p:spPr>
          <a:xfrm rot="0">
            <a:off x="12849225" y="7077075"/>
            <a:ext cx="5019675" cy="737235"/>
          </a:xfrm>
          <a:prstGeom prst="rect">
            <a:avLst/>
          </a:prstGeom>
        </p:spPr>
        <p:txBody>
          <a:bodyPr anchor="t" rtlCol="false" tIns="0" lIns="0" bIns="0" rIns="0">
            <a:spAutoFit/>
          </a:bodyPr>
          <a:lstStyle/>
          <a:p>
            <a:pPr algn="ctr" marL="0" indent="0" lvl="0">
              <a:lnSpc>
                <a:spcPts val="2940"/>
              </a:lnSpc>
              <a:spcBef>
                <a:spcPct val="0"/>
              </a:spcBef>
            </a:pPr>
            <a:r>
              <a:rPr lang="en-US" sz="2100" strike="noStrike" u="none">
                <a:solidFill>
                  <a:srgbClr val="000000"/>
                </a:solidFill>
                <a:latin typeface="Garet"/>
                <a:ea typeface="Garet"/>
                <a:cs typeface="Garet"/>
                <a:sym typeface="Garet"/>
              </a:rPr>
              <a:t>Duis aute irure dolor</a:t>
            </a:r>
          </a:p>
          <a:p>
            <a:pPr algn="ctr" marL="0" indent="0" lvl="0">
              <a:lnSpc>
                <a:spcPts val="2940"/>
              </a:lnSpc>
              <a:spcBef>
                <a:spcPct val="0"/>
              </a:spcBef>
            </a:pPr>
            <a:r>
              <a:rPr lang="en-US" sz="2100" strike="noStrike" u="none">
                <a:solidFill>
                  <a:srgbClr val="000000"/>
                </a:solidFill>
                <a:latin typeface="Garet"/>
                <a:ea typeface="Garet"/>
                <a:cs typeface="Garet"/>
                <a:sym typeface="Garet"/>
              </a:rPr>
              <a:t>in reprehenderit.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pSp>
        <p:nvGrpSpPr>
          <p:cNvPr name="Group 3" id="3"/>
          <p:cNvGrpSpPr>
            <a:grpSpLocks noChangeAspect="true"/>
          </p:cNvGrpSpPr>
          <p:nvPr/>
        </p:nvGrpSpPr>
        <p:grpSpPr>
          <a:xfrm rot="0">
            <a:off x="1028700" y="886898"/>
            <a:ext cx="5489373" cy="4121056"/>
            <a:chOff x="0" y="0"/>
            <a:chExt cx="8916670" cy="6694043"/>
          </a:xfrm>
        </p:grpSpPr>
        <p:sp>
          <p:nvSpPr>
            <p:cNvPr name="Freeform 4" id="4"/>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3"/>
              <a:stretch>
                <a:fillRect l="0" t="-69907" r="0" b="-32451"/>
              </a:stretch>
            </a:blipFill>
          </p:spPr>
        </p:sp>
        <p:sp>
          <p:nvSpPr>
            <p:cNvPr name="Freeform 5" id="5"/>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000000"/>
            </a:solidFill>
          </p:spPr>
        </p:sp>
      </p:grpSp>
      <p:grpSp>
        <p:nvGrpSpPr>
          <p:cNvPr name="Group 6" id="6"/>
          <p:cNvGrpSpPr>
            <a:grpSpLocks noChangeAspect="true"/>
          </p:cNvGrpSpPr>
          <p:nvPr/>
        </p:nvGrpSpPr>
        <p:grpSpPr>
          <a:xfrm rot="0">
            <a:off x="1028700" y="5279046"/>
            <a:ext cx="5489373" cy="4121056"/>
            <a:chOff x="0" y="0"/>
            <a:chExt cx="8916670" cy="6694043"/>
          </a:xfrm>
        </p:grpSpPr>
        <p:sp>
          <p:nvSpPr>
            <p:cNvPr name="Freeform 7" id="7"/>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4"/>
              <a:stretch>
                <a:fillRect l="-5663" t="0" r="-5663" b="0"/>
              </a:stretch>
            </a:blipFill>
          </p:spPr>
        </p:sp>
        <p:sp>
          <p:nvSpPr>
            <p:cNvPr name="Freeform 8" id="8"/>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000000"/>
            </a:solidFill>
          </p:spPr>
        </p:sp>
      </p:grpSp>
      <p:sp>
        <p:nvSpPr>
          <p:cNvPr name="Freeform 9" id="9"/>
          <p:cNvSpPr/>
          <p:nvPr/>
        </p:nvSpPr>
        <p:spPr>
          <a:xfrm flipH="false" flipV="false" rot="0">
            <a:off x="13456423" y="1883102"/>
            <a:ext cx="3802877" cy="1486579"/>
          </a:xfrm>
          <a:custGeom>
            <a:avLst/>
            <a:gdLst/>
            <a:ahLst/>
            <a:cxnLst/>
            <a:rect r="r" b="b" t="t" l="l"/>
            <a:pathLst>
              <a:path h="1486579" w="3802877">
                <a:moveTo>
                  <a:pt x="0" y="0"/>
                </a:moveTo>
                <a:lnTo>
                  <a:pt x="3802877" y="0"/>
                </a:lnTo>
                <a:lnTo>
                  <a:pt x="3802877" y="1486579"/>
                </a:lnTo>
                <a:lnTo>
                  <a:pt x="0" y="14865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0058400" y="4229100"/>
            <a:ext cx="7210425" cy="779761"/>
          </a:xfrm>
          <a:prstGeom prst="rect">
            <a:avLst/>
          </a:prstGeom>
        </p:spPr>
        <p:txBody>
          <a:bodyPr anchor="t" rtlCol="false" tIns="0" lIns="0" bIns="0" rIns="0">
            <a:spAutoFit/>
          </a:bodyPr>
          <a:lstStyle/>
          <a:p>
            <a:pPr algn="r" marL="0" indent="0" lvl="0">
              <a:lnSpc>
                <a:spcPts val="5810"/>
              </a:lnSpc>
              <a:spcBef>
                <a:spcPct val="0"/>
              </a:spcBef>
            </a:pPr>
            <a:r>
              <a:rPr lang="en-US" sz="5810" spc="-458" strike="noStrike" u="none">
                <a:solidFill>
                  <a:srgbClr val="000000"/>
                </a:solidFill>
                <a:latin typeface="Archivo Black"/>
                <a:ea typeface="Archivo Black"/>
                <a:cs typeface="Archivo Black"/>
                <a:sym typeface="Archivo Black"/>
              </a:rPr>
              <a:t>Lorem Ipsum</a:t>
            </a:r>
          </a:p>
        </p:txBody>
      </p:sp>
      <p:sp>
        <p:nvSpPr>
          <p:cNvPr name="TextBox 11" id="11"/>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05/10</a:t>
            </a:r>
          </a:p>
        </p:txBody>
      </p:sp>
      <p:sp>
        <p:nvSpPr>
          <p:cNvPr name="TextBox 12" id="12"/>
          <p:cNvSpPr txBox="true"/>
          <p:nvPr/>
        </p:nvSpPr>
        <p:spPr>
          <a:xfrm rot="0">
            <a:off x="9248775" y="5715000"/>
            <a:ext cx="8010525" cy="737235"/>
          </a:xfrm>
          <a:prstGeom prst="rect">
            <a:avLst/>
          </a:prstGeom>
        </p:spPr>
        <p:txBody>
          <a:bodyPr anchor="t" rtlCol="false" tIns="0" lIns="0" bIns="0" rIns="0">
            <a:spAutoFit/>
          </a:bodyPr>
          <a:lstStyle/>
          <a:p>
            <a:pPr algn="r" marL="0" indent="0" lvl="0">
              <a:lnSpc>
                <a:spcPts val="2940"/>
              </a:lnSpc>
              <a:spcBef>
                <a:spcPct val="0"/>
              </a:spcBef>
            </a:pPr>
            <a:r>
              <a:rPr lang="en-US" sz="2100" strike="noStrike" u="none">
                <a:solidFill>
                  <a:srgbClr val="000000"/>
                </a:solidFill>
                <a:latin typeface="Garet"/>
                <a:ea typeface="Garet"/>
                <a:cs typeface="Garet"/>
                <a:sym typeface="Garet"/>
              </a:rPr>
              <a:t>Lorem ipsum dolor sit amet</a:t>
            </a:r>
          </a:p>
          <a:p>
            <a:pPr algn="r" marL="0" indent="0" lvl="0">
              <a:lnSpc>
                <a:spcPts val="2940"/>
              </a:lnSpc>
              <a:spcBef>
                <a:spcPct val="0"/>
              </a:spcBef>
            </a:pPr>
            <a:r>
              <a:rPr lang="en-US" sz="2100" strike="noStrike" u="none">
                <a:solidFill>
                  <a:srgbClr val="000000"/>
                </a:solidFill>
                <a:latin typeface="Garet"/>
                <a:ea typeface="Garet"/>
                <a:cs typeface="Garet"/>
                <a:sym typeface="Garet"/>
              </a:rPr>
              <a:t>consectetur adipiscing elit.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66800" y="1009650"/>
            <a:ext cx="8124825" cy="1162050"/>
          </a:xfrm>
          <a:prstGeom prst="rect">
            <a:avLst/>
          </a:prstGeom>
        </p:spPr>
        <p:txBody>
          <a:bodyPr anchor="t" rtlCol="false" tIns="0" lIns="0" bIns="0" rIns="0">
            <a:spAutoFit/>
          </a:bodyPr>
          <a:lstStyle/>
          <a:p>
            <a:pPr algn="l" marL="0" indent="0" lvl="0">
              <a:lnSpc>
                <a:spcPts val="9000"/>
              </a:lnSpc>
              <a:spcBef>
                <a:spcPct val="0"/>
              </a:spcBef>
            </a:pPr>
            <a:r>
              <a:rPr lang="en-US" sz="7500" strike="noStrike" u="none">
                <a:solidFill>
                  <a:srgbClr val="000000"/>
                </a:solidFill>
                <a:latin typeface="Archivo Black"/>
                <a:ea typeface="Archivo Black"/>
                <a:cs typeface="Archivo Black"/>
                <a:sym typeface="Archivo Black"/>
              </a:rPr>
              <a:t>Lorem Ipsum</a:t>
            </a:r>
          </a:p>
        </p:txBody>
      </p:sp>
      <p:sp>
        <p:nvSpPr>
          <p:cNvPr name="TextBox 4" id="4"/>
          <p:cNvSpPr txBox="true"/>
          <p:nvPr/>
        </p:nvSpPr>
        <p:spPr>
          <a:xfrm rot="0">
            <a:off x="1066800" y="2362200"/>
            <a:ext cx="8077200" cy="331089"/>
          </a:xfrm>
          <a:prstGeom prst="rect">
            <a:avLst/>
          </a:prstGeom>
        </p:spPr>
        <p:txBody>
          <a:bodyPr anchor="t" rtlCol="false" tIns="0" lIns="0" bIns="0" rIns="0">
            <a:spAutoFit/>
          </a:bodyPr>
          <a:lstStyle/>
          <a:p>
            <a:pPr algn="l" marL="0" indent="0" lvl="0">
              <a:lnSpc>
                <a:spcPts val="2688"/>
              </a:lnSpc>
              <a:spcBef>
                <a:spcPct val="0"/>
              </a:spcBef>
            </a:pPr>
            <a:r>
              <a:rPr lang="en-US" sz="2100" strike="noStrike" u="none">
                <a:solidFill>
                  <a:srgbClr val="000000"/>
                </a:solidFill>
                <a:latin typeface="Garet"/>
                <a:ea typeface="Garet"/>
                <a:cs typeface="Garet"/>
                <a:sym typeface="Garet"/>
              </a:rPr>
              <a:t>Dolor sit amet consectetur adipiscing elit sed do eiusmod.</a:t>
            </a:r>
          </a:p>
        </p:txBody>
      </p:sp>
      <p:pic>
        <p:nvPicPr>
          <p:cNvPr name="Picture 5" id="5"/>
          <p:cNvPicPr>
            <a:picLocks noChangeAspect="true"/>
          </p:cNvPicPr>
          <p:nvPr/>
        </p:nvPicPr>
        <p:blipFill>
          <a:blip r:embed="rId3"/>
          <a:stretch>
            <a:fillRect/>
          </a:stretch>
        </p:blipFill>
        <p:spPr>
          <a:xfrm rot="0">
            <a:off x="8477110" y="846594"/>
            <a:ext cx="9974597" cy="8413137"/>
          </a:xfrm>
          <a:prstGeom prst="rect">
            <a:avLst/>
          </a:prstGeom>
        </p:spPr>
      </p:pic>
      <p:grpSp>
        <p:nvGrpSpPr>
          <p:cNvPr name="Group 6" id="6"/>
          <p:cNvGrpSpPr/>
          <p:nvPr/>
        </p:nvGrpSpPr>
        <p:grpSpPr>
          <a:xfrm rot="0">
            <a:off x="1028700" y="3800475"/>
            <a:ext cx="7667625" cy="810260"/>
            <a:chOff x="0" y="0"/>
            <a:chExt cx="10223500" cy="1080347"/>
          </a:xfrm>
        </p:grpSpPr>
        <p:sp>
          <p:nvSpPr>
            <p:cNvPr name="TextBox 7" id="7"/>
            <p:cNvSpPr txBox="true"/>
            <p:nvPr/>
          </p:nvSpPr>
          <p:spPr>
            <a:xfrm rot="0">
              <a:off x="0" y="-28575"/>
              <a:ext cx="10223500" cy="532342"/>
            </a:xfrm>
            <a:prstGeom prst="rect">
              <a:avLst/>
            </a:prstGeom>
          </p:spPr>
          <p:txBody>
            <a:bodyPr anchor="t" rtlCol="false" tIns="0" lIns="0" bIns="0" rIns="0">
              <a:spAutoFit/>
            </a:bodyPr>
            <a:lstStyle/>
            <a:p>
              <a:pPr algn="l" marL="0" indent="0" lvl="0">
                <a:lnSpc>
                  <a:spcPts val="3249"/>
                </a:lnSpc>
                <a:spcBef>
                  <a:spcPct val="0"/>
                </a:spcBef>
              </a:pPr>
              <a:r>
                <a:rPr lang="en-US" b="true" sz="2499" strike="noStrike" u="none">
                  <a:solidFill>
                    <a:srgbClr val="000000"/>
                  </a:solidFill>
                  <a:latin typeface="Garet Bold"/>
                  <a:ea typeface="Garet Bold"/>
                  <a:cs typeface="Garet Bold"/>
                  <a:sym typeface="Garet Bold"/>
                </a:rPr>
                <a:t>Lorem Ipsum Dolor</a:t>
              </a:r>
            </a:p>
          </p:txBody>
        </p:sp>
        <p:sp>
          <p:nvSpPr>
            <p:cNvPr name="TextBox 8" id="8"/>
            <p:cNvSpPr txBox="true"/>
            <p:nvPr/>
          </p:nvSpPr>
          <p:spPr>
            <a:xfrm rot="0">
              <a:off x="0" y="615950"/>
              <a:ext cx="10223500" cy="464397"/>
            </a:xfrm>
            <a:prstGeom prst="rect">
              <a:avLst/>
            </a:prstGeom>
          </p:spPr>
          <p:txBody>
            <a:bodyPr anchor="t" rtlCol="false" tIns="0" lIns="0" bIns="0" rIns="0">
              <a:spAutoFit/>
            </a:bodyPr>
            <a:lstStyle/>
            <a:p>
              <a:pPr algn="l" marL="0" indent="0" lvl="0">
                <a:lnSpc>
                  <a:spcPts val="2859"/>
                </a:lnSpc>
                <a:spcBef>
                  <a:spcPct val="0"/>
                </a:spcBef>
              </a:pPr>
              <a:r>
                <a:rPr lang="en-US" sz="2199" strike="noStrike" u="none">
                  <a:solidFill>
                    <a:srgbClr val="000000"/>
                  </a:solidFill>
                  <a:latin typeface="Garet"/>
                  <a:ea typeface="Garet"/>
                  <a:cs typeface="Garet"/>
                  <a:sym typeface="Garet"/>
                </a:rPr>
                <a:t>Ut enim ad minim veniam quis nostrud exercitation.</a:t>
              </a:r>
            </a:p>
          </p:txBody>
        </p:sp>
      </p:grpSp>
      <p:grpSp>
        <p:nvGrpSpPr>
          <p:cNvPr name="Group 9" id="9"/>
          <p:cNvGrpSpPr/>
          <p:nvPr/>
        </p:nvGrpSpPr>
        <p:grpSpPr>
          <a:xfrm rot="0">
            <a:off x="1066800" y="5467350"/>
            <a:ext cx="7667625" cy="819785"/>
            <a:chOff x="0" y="0"/>
            <a:chExt cx="10223500" cy="1093047"/>
          </a:xfrm>
        </p:grpSpPr>
        <p:sp>
          <p:nvSpPr>
            <p:cNvPr name="TextBox 10" id="10"/>
            <p:cNvSpPr txBox="true"/>
            <p:nvPr/>
          </p:nvSpPr>
          <p:spPr>
            <a:xfrm rot="0">
              <a:off x="0" y="-28575"/>
              <a:ext cx="10223500" cy="532342"/>
            </a:xfrm>
            <a:prstGeom prst="rect">
              <a:avLst/>
            </a:prstGeom>
          </p:spPr>
          <p:txBody>
            <a:bodyPr anchor="t" rtlCol="false" tIns="0" lIns="0" bIns="0" rIns="0">
              <a:spAutoFit/>
            </a:bodyPr>
            <a:lstStyle/>
            <a:p>
              <a:pPr algn="l" marL="0" indent="0" lvl="0">
                <a:lnSpc>
                  <a:spcPts val="3249"/>
                </a:lnSpc>
                <a:spcBef>
                  <a:spcPct val="0"/>
                </a:spcBef>
              </a:pPr>
              <a:r>
                <a:rPr lang="en-US" b="true" sz="2499" strike="noStrike" u="none">
                  <a:solidFill>
                    <a:srgbClr val="000000"/>
                  </a:solidFill>
                  <a:latin typeface="Garet Bold"/>
                  <a:ea typeface="Garet Bold"/>
                  <a:cs typeface="Garet Bold"/>
                  <a:sym typeface="Garet Bold"/>
                </a:rPr>
                <a:t>Sit Amet Consectetur</a:t>
              </a:r>
            </a:p>
          </p:txBody>
        </p:sp>
        <p:sp>
          <p:nvSpPr>
            <p:cNvPr name="TextBox 11" id="11"/>
            <p:cNvSpPr txBox="true"/>
            <p:nvPr/>
          </p:nvSpPr>
          <p:spPr>
            <a:xfrm rot="0">
              <a:off x="0" y="628650"/>
              <a:ext cx="10223500" cy="464397"/>
            </a:xfrm>
            <a:prstGeom prst="rect">
              <a:avLst/>
            </a:prstGeom>
          </p:spPr>
          <p:txBody>
            <a:bodyPr anchor="t" rtlCol="false" tIns="0" lIns="0" bIns="0" rIns="0">
              <a:spAutoFit/>
            </a:bodyPr>
            <a:lstStyle/>
            <a:p>
              <a:pPr algn="l" marL="0" indent="0" lvl="0">
                <a:lnSpc>
                  <a:spcPts val="2859"/>
                </a:lnSpc>
                <a:spcBef>
                  <a:spcPct val="0"/>
                </a:spcBef>
              </a:pPr>
              <a:r>
                <a:rPr lang="en-US" sz="2199" strike="noStrike" u="none">
                  <a:solidFill>
                    <a:srgbClr val="000000"/>
                  </a:solidFill>
                  <a:latin typeface="Garet"/>
                  <a:ea typeface="Garet"/>
                  <a:cs typeface="Garet"/>
                  <a:sym typeface="Garet"/>
                </a:rPr>
                <a:t>Duis aute irure dolor in reprehenderit in voluptate.</a:t>
              </a:r>
            </a:p>
          </p:txBody>
        </p:sp>
      </p:grpSp>
      <p:grpSp>
        <p:nvGrpSpPr>
          <p:cNvPr name="Group 12" id="12"/>
          <p:cNvGrpSpPr/>
          <p:nvPr/>
        </p:nvGrpSpPr>
        <p:grpSpPr>
          <a:xfrm rot="0">
            <a:off x="1028700" y="7143750"/>
            <a:ext cx="7667625" cy="800984"/>
            <a:chOff x="0" y="0"/>
            <a:chExt cx="10223500" cy="1067979"/>
          </a:xfrm>
        </p:grpSpPr>
        <p:sp>
          <p:nvSpPr>
            <p:cNvPr name="TextBox 13" id="13"/>
            <p:cNvSpPr txBox="true"/>
            <p:nvPr/>
          </p:nvSpPr>
          <p:spPr>
            <a:xfrm rot="0">
              <a:off x="0" y="-28575"/>
              <a:ext cx="10223500" cy="532342"/>
            </a:xfrm>
            <a:prstGeom prst="rect">
              <a:avLst/>
            </a:prstGeom>
          </p:spPr>
          <p:txBody>
            <a:bodyPr anchor="t" rtlCol="false" tIns="0" lIns="0" bIns="0" rIns="0">
              <a:spAutoFit/>
            </a:bodyPr>
            <a:lstStyle/>
            <a:p>
              <a:pPr algn="l" marL="0" indent="0" lvl="0">
                <a:lnSpc>
                  <a:spcPts val="3249"/>
                </a:lnSpc>
                <a:spcBef>
                  <a:spcPct val="0"/>
                </a:spcBef>
              </a:pPr>
              <a:r>
                <a:rPr lang="en-US" b="true" sz="2499" strike="noStrike" u="none">
                  <a:solidFill>
                    <a:srgbClr val="000000"/>
                  </a:solidFill>
                  <a:latin typeface="Garet Bold"/>
                  <a:ea typeface="Garet Bold"/>
                  <a:cs typeface="Garet Bold"/>
                  <a:sym typeface="Garet Bold"/>
                </a:rPr>
                <a:t>Adipiscing Elit Sed</a:t>
              </a:r>
            </a:p>
          </p:txBody>
        </p:sp>
        <p:sp>
          <p:nvSpPr>
            <p:cNvPr name="TextBox 14" id="14"/>
            <p:cNvSpPr txBox="true"/>
            <p:nvPr/>
          </p:nvSpPr>
          <p:spPr>
            <a:xfrm rot="0">
              <a:off x="0" y="615950"/>
              <a:ext cx="10223500" cy="452029"/>
            </a:xfrm>
            <a:prstGeom prst="rect">
              <a:avLst/>
            </a:prstGeom>
          </p:spPr>
          <p:txBody>
            <a:bodyPr anchor="t" rtlCol="false" tIns="0" lIns="0" bIns="0" rIns="0">
              <a:spAutoFit/>
            </a:bodyPr>
            <a:lstStyle/>
            <a:p>
              <a:pPr algn="l" marL="0" indent="0" lvl="0">
                <a:lnSpc>
                  <a:spcPts val="2834"/>
                </a:lnSpc>
                <a:spcBef>
                  <a:spcPct val="0"/>
                </a:spcBef>
              </a:pPr>
              <a:r>
                <a:rPr lang="en-US" sz="2180" strike="noStrike" u="none">
                  <a:solidFill>
                    <a:srgbClr val="000000"/>
                  </a:solidFill>
                  <a:latin typeface="Garet"/>
                  <a:ea typeface="Garet"/>
                  <a:cs typeface="Garet"/>
                  <a:sym typeface="Garet"/>
                </a:rPr>
                <a:t>Excepteur sint occaecat cupidatat non proident sunt.</a:t>
              </a:r>
            </a:p>
          </p:txBody>
        </p:sp>
      </p:grpSp>
      <p:sp>
        <p:nvSpPr>
          <p:cNvPr name="TextBox 15" id="15"/>
          <p:cNvSpPr txBox="true"/>
          <p:nvPr/>
        </p:nvSpPr>
        <p:spPr>
          <a:xfrm rot="0">
            <a:off x="13547818" y="981075"/>
            <a:ext cx="37114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06/10</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AutoShape 5" id="5"/>
          <p:cNvSpPr/>
          <p:nvPr/>
        </p:nvSpPr>
        <p:spPr>
          <a:xfrm rot="0">
            <a:off x="1028700" y="4292535"/>
            <a:ext cx="13838306" cy="0"/>
          </a:xfrm>
          <a:prstGeom prst="line">
            <a:avLst/>
          </a:prstGeom>
          <a:ln cap="rnd" w="19050">
            <a:solidFill>
              <a:srgbClr val="000000"/>
            </a:solidFill>
            <a:prstDash val="solid"/>
            <a:headEnd type="none" len="sm" w="sm"/>
            <a:tailEnd type="none" len="sm" w="sm"/>
          </a:ln>
        </p:spPr>
      </p:sp>
      <p:sp>
        <p:nvSpPr>
          <p:cNvPr name="Freeform 6" id="6"/>
          <p:cNvSpPr/>
          <p:nvPr/>
        </p:nvSpPr>
        <p:spPr>
          <a:xfrm flipH="false" flipV="false" rot="5400000">
            <a:off x="15074698" y="3103895"/>
            <a:ext cx="1629446" cy="2396244"/>
          </a:xfrm>
          <a:custGeom>
            <a:avLst/>
            <a:gdLst/>
            <a:ahLst/>
            <a:cxnLst/>
            <a:rect r="r" b="b" t="t" l="l"/>
            <a:pathLst>
              <a:path h="2396244" w="1629446">
                <a:moveTo>
                  <a:pt x="0" y="0"/>
                </a:moveTo>
                <a:lnTo>
                  <a:pt x="1629446" y="0"/>
                </a:lnTo>
                <a:lnTo>
                  <a:pt x="1629446" y="2396244"/>
                </a:lnTo>
                <a:lnTo>
                  <a:pt x="0" y="2396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8700" y="1171575"/>
            <a:ext cx="5686425" cy="776224"/>
          </a:xfrm>
          <a:prstGeom prst="rect">
            <a:avLst/>
          </a:prstGeom>
        </p:spPr>
        <p:txBody>
          <a:bodyPr anchor="t" rtlCol="false" tIns="0" lIns="0" bIns="0" rIns="0">
            <a:spAutoFit/>
          </a:bodyPr>
          <a:lstStyle/>
          <a:p>
            <a:pPr algn="l" marL="0" indent="0" lvl="0">
              <a:lnSpc>
                <a:spcPts val="5810"/>
              </a:lnSpc>
              <a:spcBef>
                <a:spcPct val="0"/>
              </a:spcBef>
            </a:pPr>
            <a:r>
              <a:rPr lang="en-US" sz="5810" spc="-458" strike="noStrike" u="none">
                <a:solidFill>
                  <a:srgbClr val="000000"/>
                </a:solidFill>
                <a:latin typeface="Archivo Black"/>
                <a:ea typeface="Archivo Black"/>
                <a:cs typeface="Archivo Black"/>
                <a:sym typeface="Archivo Black"/>
              </a:rPr>
              <a:t>Lorem Ipsum</a:t>
            </a:r>
          </a:p>
        </p:txBody>
      </p:sp>
      <p:sp>
        <p:nvSpPr>
          <p:cNvPr name="TextBox 8" id="8"/>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07/10</a:t>
            </a:r>
          </a:p>
        </p:txBody>
      </p:sp>
      <p:sp>
        <p:nvSpPr>
          <p:cNvPr name="TextBox 9" id="9"/>
          <p:cNvSpPr txBox="true"/>
          <p:nvPr/>
        </p:nvSpPr>
        <p:spPr>
          <a:xfrm rot="0">
            <a:off x="1028700" y="2124075"/>
            <a:ext cx="6724650" cy="339725"/>
          </a:xfrm>
          <a:prstGeom prst="rect">
            <a:avLst/>
          </a:prstGeom>
        </p:spPr>
        <p:txBody>
          <a:bodyPr anchor="t" rtlCol="false" tIns="0" lIns="0" bIns="0" rIns="0">
            <a:spAutoFit/>
          </a:bodyPr>
          <a:lstStyle/>
          <a:p>
            <a:pPr algn="l" marL="0" indent="0" lvl="0">
              <a:lnSpc>
                <a:spcPts val="2800"/>
              </a:lnSpc>
              <a:spcBef>
                <a:spcPct val="0"/>
              </a:spcBef>
            </a:pPr>
            <a:r>
              <a:rPr lang="en-US" sz="2000" strike="noStrike" u="none">
                <a:solidFill>
                  <a:srgbClr val="000000"/>
                </a:solidFill>
                <a:latin typeface="Garet"/>
                <a:ea typeface="Garet"/>
                <a:cs typeface="Garet"/>
                <a:sym typeface="Garet"/>
              </a:rPr>
              <a:t>Dolor sit amet consectetur adipiscing elit tempor.</a:t>
            </a:r>
          </a:p>
        </p:txBody>
      </p:sp>
      <p:grpSp>
        <p:nvGrpSpPr>
          <p:cNvPr name="Group 10" id="10"/>
          <p:cNvGrpSpPr/>
          <p:nvPr/>
        </p:nvGrpSpPr>
        <p:grpSpPr>
          <a:xfrm rot="0">
            <a:off x="1066800" y="5638800"/>
            <a:ext cx="2286000" cy="1181127"/>
            <a:chOff x="0" y="0"/>
            <a:chExt cx="3048000" cy="1574836"/>
          </a:xfrm>
        </p:grpSpPr>
        <p:sp>
          <p:nvSpPr>
            <p:cNvPr name="TextBox 11" id="11"/>
            <p:cNvSpPr txBox="true"/>
            <p:nvPr/>
          </p:nvSpPr>
          <p:spPr>
            <a:xfrm rot="0">
              <a:off x="0" y="-28575"/>
              <a:ext cx="3048000" cy="532342"/>
            </a:xfrm>
            <a:prstGeom prst="rect">
              <a:avLst/>
            </a:prstGeom>
          </p:spPr>
          <p:txBody>
            <a:bodyPr anchor="t" rtlCol="false" tIns="0" lIns="0" bIns="0" rIns="0">
              <a:spAutoFit/>
            </a:bodyPr>
            <a:lstStyle/>
            <a:p>
              <a:pPr algn="l" marL="0" indent="0" lvl="0">
                <a:lnSpc>
                  <a:spcPts val="3249"/>
                </a:lnSpc>
                <a:spcBef>
                  <a:spcPct val="0"/>
                </a:spcBef>
              </a:pPr>
              <a:r>
                <a:rPr lang="en-US" b="true" sz="2499" strike="noStrike" u="none">
                  <a:solidFill>
                    <a:srgbClr val="000000"/>
                  </a:solidFill>
                  <a:latin typeface="Garet Bold"/>
                  <a:ea typeface="Garet Bold"/>
                  <a:cs typeface="Garet Bold"/>
                  <a:sym typeface="Garet Bold"/>
                </a:rPr>
                <a:t>Lorem Ipsum</a:t>
              </a:r>
            </a:p>
          </p:txBody>
        </p:sp>
        <p:sp>
          <p:nvSpPr>
            <p:cNvPr name="TextBox 12" id="12"/>
            <p:cNvSpPr txBox="true"/>
            <p:nvPr/>
          </p:nvSpPr>
          <p:spPr>
            <a:xfrm rot="0">
              <a:off x="0" y="638175"/>
              <a:ext cx="3048000" cy="936661"/>
            </a:xfrm>
            <a:prstGeom prst="rect">
              <a:avLst/>
            </a:prstGeom>
          </p:spPr>
          <p:txBody>
            <a:bodyPr anchor="t" rtlCol="false" tIns="0" lIns="0" bIns="0" rIns="0">
              <a:spAutoFit/>
            </a:bodyPr>
            <a:lstStyle/>
            <a:p>
              <a:pPr algn="l" marL="0" indent="0" lvl="0">
                <a:lnSpc>
                  <a:spcPts val="1947"/>
                </a:lnSpc>
                <a:spcBef>
                  <a:spcPct val="0"/>
                </a:spcBef>
              </a:pPr>
              <a:r>
                <a:rPr lang="en-US" sz="1497" strike="noStrike" u="none">
                  <a:solidFill>
                    <a:srgbClr val="000000"/>
                  </a:solidFill>
                  <a:latin typeface="Garet"/>
                  <a:ea typeface="Garet"/>
                  <a:cs typeface="Garet"/>
                  <a:sym typeface="Garet"/>
                </a:rPr>
                <a:t>Sed do eiusmod tempor incididunt ut labore.</a:t>
              </a:r>
            </a:p>
          </p:txBody>
        </p:sp>
      </p:grpSp>
      <p:grpSp>
        <p:nvGrpSpPr>
          <p:cNvPr name="Group 13" id="13"/>
          <p:cNvGrpSpPr/>
          <p:nvPr/>
        </p:nvGrpSpPr>
        <p:grpSpPr>
          <a:xfrm rot="0">
            <a:off x="5010150" y="5638800"/>
            <a:ext cx="2286000" cy="997949"/>
            <a:chOff x="0" y="0"/>
            <a:chExt cx="3048000" cy="1330599"/>
          </a:xfrm>
        </p:grpSpPr>
        <p:sp>
          <p:nvSpPr>
            <p:cNvPr name="TextBox 14" id="14"/>
            <p:cNvSpPr txBox="true"/>
            <p:nvPr/>
          </p:nvSpPr>
          <p:spPr>
            <a:xfrm rot="0">
              <a:off x="0" y="-19050"/>
              <a:ext cx="3048000" cy="487043"/>
            </a:xfrm>
            <a:prstGeom prst="rect">
              <a:avLst/>
            </a:prstGeom>
          </p:spPr>
          <p:txBody>
            <a:bodyPr anchor="t" rtlCol="false" tIns="0" lIns="0" bIns="0" rIns="0">
              <a:spAutoFit/>
            </a:bodyPr>
            <a:lstStyle/>
            <a:p>
              <a:pPr algn="l" marL="0" indent="0" lvl="0">
                <a:lnSpc>
                  <a:spcPts val="3071"/>
                </a:lnSpc>
                <a:spcBef>
                  <a:spcPct val="0"/>
                </a:spcBef>
              </a:pPr>
              <a:r>
                <a:rPr lang="en-US" b="true" sz="2362" strike="noStrike" u="none">
                  <a:solidFill>
                    <a:srgbClr val="000000"/>
                  </a:solidFill>
                  <a:latin typeface="Garet Bold"/>
                  <a:ea typeface="Garet Bold"/>
                  <a:cs typeface="Garet Bold"/>
                  <a:sym typeface="Garet Bold"/>
                </a:rPr>
                <a:t>Dolor Sit Amet</a:t>
              </a:r>
            </a:p>
          </p:txBody>
        </p:sp>
        <p:sp>
          <p:nvSpPr>
            <p:cNvPr name="TextBox 15" id="15"/>
            <p:cNvSpPr txBox="true"/>
            <p:nvPr/>
          </p:nvSpPr>
          <p:spPr>
            <a:xfrm rot="0">
              <a:off x="0" y="628650"/>
              <a:ext cx="3048000" cy="701949"/>
            </a:xfrm>
            <a:prstGeom prst="rect">
              <a:avLst/>
            </a:prstGeom>
          </p:spPr>
          <p:txBody>
            <a:bodyPr anchor="t" rtlCol="false" tIns="0" lIns="0" bIns="0" rIns="0">
              <a:spAutoFit/>
            </a:bodyPr>
            <a:lstStyle/>
            <a:p>
              <a:pPr algn="l" marL="0" indent="0" lvl="0">
                <a:lnSpc>
                  <a:spcPts val="2172"/>
                </a:lnSpc>
                <a:spcBef>
                  <a:spcPct val="0"/>
                </a:spcBef>
              </a:pPr>
              <a:r>
                <a:rPr lang="en-US" sz="1671" strike="noStrike" u="none">
                  <a:solidFill>
                    <a:srgbClr val="000000"/>
                  </a:solidFill>
                  <a:latin typeface="Garet"/>
                  <a:ea typeface="Garet"/>
                  <a:cs typeface="Garet"/>
                  <a:sym typeface="Garet"/>
                </a:rPr>
                <a:t>Ut enim ad minim veniam quis nostrud.</a:t>
              </a:r>
            </a:p>
          </p:txBody>
        </p:sp>
      </p:grpSp>
      <p:grpSp>
        <p:nvGrpSpPr>
          <p:cNvPr name="Group 16" id="16"/>
          <p:cNvGrpSpPr/>
          <p:nvPr/>
        </p:nvGrpSpPr>
        <p:grpSpPr>
          <a:xfrm rot="0">
            <a:off x="8982075" y="5638800"/>
            <a:ext cx="2286000" cy="1016400"/>
            <a:chOff x="0" y="0"/>
            <a:chExt cx="3048000" cy="1355200"/>
          </a:xfrm>
        </p:grpSpPr>
        <p:sp>
          <p:nvSpPr>
            <p:cNvPr name="TextBox 17" id="17"/>
            <p:cNvSpPr txBox="true"/>
            <p:nvPr/>
          </p:nvSpPr>
          <p:spPr>
            <a:xfrm rot="0">
              <a:off x="0" y="-28575"/>
              <a:ext cx="3048000" cy="532342"/>
            </a:xfrm>
            <a:prstGeom prst="rect">
              <a:avLst/>
            </a:prstGeom>
          </p:spPr>
          <p:txBody>
            <a:bodyPr anchor="t" rtlCol="false" tIns="0" lIns="0" bIns="0" rIns="0">
              <a:spAutoFit/>
            </a:bodyPr>
            <a:lstStyle/>
            <a:p>
              <a:pPr algn="l" marL="0" indent="0" lvl="0">
                <a:lnSpc>
                  <a:spcPts val="3249"/>
                </a:lnSpc>
                <a:spcBef>
                  <a:spcPct val="0"/>
                </a:spcBef>
              </a:pPr>
              <a:r>
                <a:rPr lang="en-US" b="true" sz="2499" strike="noStrike" u="none">
                  <a:solidFill>
                    <a:srgbClr val="000000"/>
                  </a:solidFill>
                  <a:latin typeface="Garet Bold"/>
                  <a:ea typeface="Garet Bold"/>
                  <a:cs typeface="Garet Bold"/>
                  <a:sym typeface="Garet Bold"/>
                </a:rPr>
                <a:t>Consectetur</a:t>
              </a:r>
            </a:p>
          </p:txBody>
        </p:sp>
        <p:sp>
          <p:nvSpPr>
            <p:cNvPr name="TextBox 18" id="18"/>
            <p:cNvSpPr txBox="true"/>
            <p:nvPr/>
          </p:nvSpPr>
          <p:spPr>
            <a:xfrm rot="0">
              <a:off x="0" y="628650"/>
              <a:ext cx="3048000" cy="726550"/>
            </a:xfrm>
            <a:prstGeom prst="rect">
              <a:avLst/>
            </a:prstGeom>
          </p:spPr>
          <p:txBody>
            <a:bodyPr anchor="t" rtlCol="false" tIns="0" lIns="0" bIns="0" rIns="0">
              <a:spAutoFit/>
            </a:bodyPr>
            <a:lstStyle/>
            <a:p>
              <a:pPr algn="l" marL="0" indent="0" lvl="0">
                <a:lnSpc>
                  <a:spcPts val="2234"/>
                </a:lnSpc>
                <a:spcBef>
                  <a:spcPct val="0"/>
                </a:spcBef>
              </a:pPr>
              <a:r>
                <a:rPr lang="en-US" sz="1718" strike="noStrike" u="none">
                  <a:solidFill>
                    <a:srgbClr val="000000"/>
                  </a:solidFill>
                  <a:latin typeface="Garet"/>
                  <a:ea typeface="Garet"/>
                  <a:cs typeface="Garet"/>
                  <a:sym typeface="Garet"/>
                </a:rPr>
                <a:t>Duis aute irure dolor in reprehenderit.</a:t>
              </a:r>
            </a:p>
          </p:txBody>
        </p:sp>
      </p:grpSp>
      <p:grpSp>
        <p:nvGrpSpPr>
          <p:cNvPr name="Group 19" id="19"/>
          <p:cNvGrpSpPr/>
          <p:nvPr/>
        </p:nvGrpSpPr>
        <p:grpSpPr>
          <a:xfrm rot="0">
            <a:off x="12963525" y="5638800"/>
            <a:ext cx="4124325" cy="1181735"/>
            <a:chOff x="0" y="0"/>
            <a:chExt cx="5499100" cy="1575647"/>
          </a:xfrm>
        </p:grpSpPr>
        <p:sp>
          <p:nvSpPr>
            <p:cNvPr name="TextBox 20" id="20"/>
            <p:cNvSpPr txBox="true"/>
            <p:nvPr/>
          </p:nvSpPr>
          <p:spPr>
            <a:xfrm rot="0">
              <a:off x="0" y="-28575"/>
              <a:ext cx="5499100" cy="532342"/>
            </a:xfrm>
            <a:prstGeom prst="rect">
              <a:avLst/>
            </a:prstGeom>
          </p:spPr>
          <p:txBody>
            <a:bodyPr anchor="t" rtlCol="false" tIns="0" lIns="0" bIns="0" rIns="0">
              <a:spAutoFit/>
            </a:bodyPr>
            <a:lstStyle/>
            <a:p>
              <a:pPr algn="l" marL="0" indent="0" lvl="0">
                <a:lnSpc>
                  <a:spcPts val="3249"/>
                </a:lnSpc>
                <a:spcBef>
                  <a:spcPct val="0"/>
                </a:spcBef>
              </a:pPr>
              <a:r>
                <a:rPr lang="en-US" b="true" sz="2499" strike="noStrike" u="none">
                  <a:solidFill>
                    <a:srgbClr val="000000"/>
                  </a:solidFill>
                  <a:latin typeface="Garet Bold"/>
                  <a:ea typeface="Garet Bold"/>
                  <a:cs typeface="Garet Bold"/>
                  <a:sym typeface="Garet Bold"/>
                </a:rPr>
                <a:t>Adipiscing Elit</a:t>
              </a:r>
            </a:p>
          </p:txBody>
        </p:sp>
        <p:sp>
          <p:nvSpPr>
            <p:cNvPr name="TextBox 21" id="21"/>
            <p:cNvSpPr txBox="true"/>
            <p:nvPr/>
          </p:nvSpPr>
          <p:spPr>
            <a:xfrm rot="0">
              <a:off x="0" y="628650"/>
              <a:ext cx="5499100" cy="946997"/>
            </a:xfrm>
            <a:prstGeom prst="rect">
              <a:avLst/>
            </a:prstGeom>
          </p:spPr>
          <p:txBody>
            <a:bodyPr anchor="t" rtlCol="false" tIns="0" lIns="0" bIns="0" rIns="0">
              <a:spAutoFit/>
            </a:bodyPr>
            <a:lstStyle/>
            <a:p>
              <a:pPr algn="l" marL="0" indent="0" lvl="0">
                <a:lnSpc>
                  <a:spcPts val="2859"/>
                </a:lnSpc>
                <a:spcBef>
                  <a:spcPct val="0"/>
                </a:spcBef>
              </a:pPr>
              <a:r>
                <a:rPr lang="en-US" sz="2199" strike="noStrike" u="none">
                  <a:solidFill>
                    <a:srgbClr val="000000"/>
                  </a:solidFill>
                  <a:latin typeface="Garet"/>
                  <a:ea typeface="Garet"/>
                  <a:cs typeface="Garet"/>
                  <a:sym typeface="Garet"/>
                </a:rPr>
                <a:t>Excepteur sint occaecat cupidatat non proident.</a:t>
              </a:r>
            </a:p>
          </p:txBody>
        </p:sp>
      </p:grpSp>
      <p:sp>
        <p:nvSpPr>
          <p:cNvPr name="Freeform 22" id="22"/>
          <p:cNvSpPr/>
          <p:nvPr/>
        </p:nvSpPr>
        <p:spPr>
          <a:xfrm flipH="false" flipV="false" rot="0">
            <a:off x="1028700" y="4102116"/>
            <a:ext cx="380752" cy="380752"/>
          </a:xfrm>
          <a:custGeom>
            <a:avLst/>
            <a:gdLst/>
            <a:ahLst/>
            <a:cxnLst/>
            <a:rect r="r" b="b" t="t" l="l"/>
            <a:pathLst>
              <a:path h="380752" w="380752">
                <a:moveTo>
                  <a:pt x="0" y="0"/>
                </a:moveTo>
                <a:lnTo>
                  <a:pt x="380752" y="0"/>
                </a:lnTo>
                <a:lnTo>
                  <a:pt x="380752" y="380752"/>
                </a:lnTo>
                <a:lnTo>
                  <a:pt x="0" y="3807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5005388" y="4102116"/>
            <a:ext cx="380752" cy="380752"/>
          </a:xfrm>
          <a:custGeom>
            <a:avLst/>
            <a:gdLst/>
            <a:ahLst/>
            <a:cxnLst/>
            <a:rect r="r" b="b" t="t" l="l"/>
            <a:pathLst>
              <a:path h="380752" w="380752">
                <a:moveTo>
                  <a:pt x="0" y="0"/>
                </a:moveTo>
                <a:lnTo>
                  <a:pt x="380752" y="0"/>
                </a:lnTo>
                <a:lnTo>
                  <a:pt x="380752" y="380752"/>
                </a:lnTo>
                <a:lnTo>
                  <a:pt x="0" y="3807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8982075" y="4102116"/>
            <a:ext cx="380752" cy="380752"/>
          </a:xfrm>
          <a:custGeom>
            <a:avLst/>
            <a:gdLst/>
            <a:ahLst/>
            <a:cxnLst/>
            <a:rect r="r" b="b" t="t" l="l"/>
            <a:pathLst>
              <a:path h="380752" w="380752">
                <a:moveTo>
                  <a:pt x="0" y="0"/>
                </a:moveTo>
                <a:lnTo>
                  <a:pt x="380752" y="0"/>
                </a:lnTo>
                <a:lnTo>
                  <a:pt x="380752" y="380752"/>
                </a:lnTo>
                <a:lnTo>
                  <a:pt x="0" y="3807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false" flipV="false" rot="0">
            <a:off x="12958763" y="4102116"/>
            <a:ext cx="380752" cy="380752"/>
          </a:xfrm>
          <a:custGeom>
            <a:avLst/>
            <a:gdLst/>
            <a:ahLst/>
            <a:cxnLst/>
            <a:rect r="r" b="b" t="t" l="l"/>
            <a:pathLst>
              <a:path h="380752" w="380752">
                <a:moveTo>
                  <a:pt x="0" y="0"/>
                </a:moveTo>
                <a:lnTo>
                  <a:pt x="380752" y="0"/>
                </a:lnTo>
                <a:lnTo>
                  <a:pt x="380752" y="380752"/>
                </a:lnTo>
                <a:lnTo>
                  <a:pt x="0" y="3807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grpSp>
        <p:nvGrpSpPr>
          <p:cNvPr name="Group 5" id="5"/>
          <p:cNvGrpSpPr/>
          <p:nvPr/>
        </p:nvGrpSpPr>
        <p:grpSpPr>
          <a:xfrm rot="0">
            <a:off x="12012930" y="2215233"/>
            <a:ext cx="5246370" cy="524637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40876" t="0" r="-9216" b="0"/>
              </a:stretch>
            </a:blipFill>
          </p:spPr>
        </p:sp>
      </p:grpSp>
      <p:sp>
        <p:nvSpPr>
          <p:cNvPr name="TextBox 7" id="7"/>
          <p:cNvSpPr txBox="true"/>
          <p:nvPr/>
        </p:nvSpPr>
        <p:spPr>
          <a:xfrm rot="0">
            <a:off x="1028700" y="3171825"/>
            <a:ext cx="7210425" cy="1509649"/>
          </a:xfrm>
          <a:prstGeom prst="rect">
            <a:avLst/>
          </a:prstGeom>
        </p:spPr>
        <p:txBody>
          <a:bodyPr anchor="t" rtlCol="false" tIns="0" lIns="0" bIns="0" rIns="0">
            <a:spAutoFit/>
          </a:bodyPr>
          <a:lstStyle/>
          <a:p>
            <a:pPr algn="l" marL="0" indent="0" lvl="0">
              <a:lnSpc>
                <a:spcPts val="5810"/>
              </a:lnSpc>
              <a:spcBef>
                <a:spcPct val="0"/>
              </a:spcBef>
            </a:pPr>
            <a:r>
              <a:rPr lang="en-US" sz="5810" spc="-458" strike="noStrike" u="none">
                <a:solidFill>
                  <a:srgbClr val="000000"/>
                </a:solidFill>
                <a:latin typeface="Archivo Black"/>
                <a:ea typeface="Archivo Black"/>
                <a:cs typeface="Archivo Black"/>
                <a:sym typeface="Archivo Black"/>
              </a:rPr>
              <a:t>Lorem ipsum dolor sit amet</a:t>
            </a:r>
          </a:p>
        </p:txBody>
      </p:sp>
      <p:sp>
        <p:nvSpPr>
          <p:cNvPr name="TextBox 8" id="8"/>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08/10</a:t>
            </a:r>
          </a:p>
        </p:txBody>
      </p:sp>
      <p:sp>
        <p:nvSpPr>
          <p:cNvPr name="TextBox 9" id="9"/>
          <p:cNvSpPr txBox="true"/>
          <p:nvPr/>
        </p:nvSpPr>
        <p:spPr>
          <a:xfrm rot="0">
            <a:off x="1028700" y="5238750"/>
            <a:ext cx="8010525" cy="185166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000000"/>
                </a:solidFill>
                <a:latin typeface="Garet"/>
                <a:ea typeface="Garet"/>
                <a:cs typeface="Garet"/>
                <a:sym typeface="Garet"/>
              </a:rP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grpSp>
        <p:nvGrpSpPr>
          <p:cNvPr name="Group 5" id="5"/>
          <p:cNvGrpSpPr>
            <a:grpSpLocks noChangeAspect="true"/>
          </p:cNvGrpSpPr>
          <p:nvPr/>
        </p:nvGrpSpPr>
        <p:grpSpPr>
          <a:xfrm rot="0">
            <a:off x="1250509" y="2938298"/>
            <a:ext cx="3261144" cy="3261144"/>
            <a:chOff x="0" y="0"/>
            <a:chExt cx="8790178" cy="8790178"/>
          </a:xfrm>
        </p:grpSpPr>
        <p:sp>
          <p:nvSpPr>
            <p:cNvPr name="Freeform 6" id="6"/>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3"/>
              <a:stretch>
                <a:fillRect l="0" t="-12812" r="0" b="-37187"/>
              </a:stretch>
            </a:blipFill>
          </p:spPr>
        </p:sp>
        <p:sp>
          <p:nvSpPr>
            <p:cNvPr name="Freeform 7" id="7"/>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grpSp>
        <p:nvGrpSpPr>
          <p:cNvPr name="Group 8" id="8"/>
          <p:cNvGrpSpPr>
            <a:grpSpLocks noChangeAspect="true"/>
          </p:cNvGrpSpPr>
          <p:nvPr/>
        </p:nvGrpSpPr>
        <p:grpSpPr>
          <a:xfrm rot="0">
            <a:off x="5425788" y="2938298"/>
            <a:ext cx="3261144" cy="3261144"/>
            <a:chOff x="0" y="0"/>
            <a:chExt cx="8790178" cy="8790178"/>
          </a:xfrm>
        </p:grpSpPr>
        <p:sp>
          <p:nvSpPr>
            <p:cNvPr name="Freeform 9" id="9"/>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4"/>
              <a:stretch>
                <a:fillRect l="-43876" t="0" r="-6217" b="0"/>
              </a:stretch>
            </a:blipFill>
          </p:spPr>
        </p:sp>
        <p:sp>
          <p:nvSpPr>
            <p:cNvPr name="Freeform 10" id="10"/>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grpSp>
        <p:nvGrpSpPr>
          <p:cNvPr name="Group 11" id="11"/>
          <p:cNvGrpSpPr>
            <a:grpSpLocks noChangeAspect="true"/>
          </p:cNvGrpSpPr>
          <p:nvPr/>
        </p:nvGrpSpPr>
        <p:grpSpPr>
          <a:xfrm rot="0">
            <a:off x="9601067" y="2938298"/>
            <a:ext cx="3261144" cy="3261144"/>
            <a:chOff x="0" y="0"/>
            <a:chExt cx="8790178" cy="8790178"/>
          </a:xfrm>
        </p:grpSpPr>
        <p:sp>
          <p:nvSpPr>
            <p:cNvPr name="Freeform 12" id="12"/>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5"/>
              <a:stretch>
                <a:fillRect l="-130218" t="-1015" r="-86305" b="-110395"/>
              </a:stretch>
            </a:blipFill>
          </p:spPr>
        </p:sp>
        <p:sp>
          <p:nvSpPr>
            <p:cNvPr name="Freeform 13" id="13"/>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grpSp>
        <p:nvGrpSpPr>
          <p:cNvPr name="Group 14" id="14"/>
          <p:cNvGrpSpPr>
            <a:grpSpLocks noChangeAspect="true"/>
          </p:cNvGrpSpPr>
          <p:nvPr/>
        </p:nvGrpSpPr>
        <p:grpSpPr>
          <a:xfrm rot="0">
            <a:off x="13776346" y="2938298"/>
            <a:ext cx="3261144" cy="3261144"/>
            <a:chOff x="0" y="0"/>
            <a:chExt cx="8790178" cy="8790178"/>
          </a:xfrm>
        </p:grpSpPr>
        <p:sp>
          <p:nvSpPr>
            <p:cNvPr name="Freeform 15" id="15"/>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6"/>
              <a:stretch>
                <a:fillRect l="0" t="-4593" r="0" b="-45219"/>
              </a:stretch>
            </a:blipFill>
          </p:spPr>
        </p:sp>
        <p:sp>
          <p:nvSpPr>
            <p:cNvPr name="Freeform 16" id="16"/>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sp>
        <p:nvSpPr>
          <p:cNvPr name="Freeform 17" id="17"/>
          <p:cNvSpPr/>
          <p:nvPr/>
        </p:nvSpPr>
        <p:spPr>
          <a:xfrm flipH="false" flipV="false" rot="0">
            <a:off x="2568735" y="7658855"/>
            <a:ext cx="624692" cy="623129"/>
          </a:xfrm>
          <a:custGeom>
            <a:avLst/>
            <a:gdLst/>
            <a:ahLst/>
            <a:cxnLst/>
            <a:rect r="r" b="b" t="t" l="l"/>
            <a:pathLst>
              <a:path h="623129" w="624692">
                <a:moveTo>
                  <a:pt x="0" y="0"/>
                </a:moveTo>
                <a:lnTo>
                  <a:pt x="624693" y="0"/>
                </a:lnTo>
                <a:lnTo>
                  <a:pt x="624693" y="623129"/>
                </a:lnTo>
                <a:lnTo>
                  <a:pt x="0" y="623129"/>
                </a:lnTo>
                <a:lnTo>
                  <a:pt x="0" y="0"/>
                </a:lnTo>
                <a:close/>
              </a:path>
            </a:pathLst>
          </a:custGeom>
          <a:blipFill>
            <a:blip r:embed="rId7">
              <a:extLst>
                <a:ext uri="{96DAC541-7B7A-43D3-8B79-37D633B846F1}">
                  <asvg:svgBlip xmlns:asvg="http://schemas.microsoft.com/office/drawing/2016/SVG/main" r:embed="rId8"/>
                </a:ext>
              </a:extLst>
            </a:blip>
            <a:stretch>
              <a:fillRect l="-117870" t="0" r="0" b="-122462"/>
            </a:stretch>
          </a:blipFill>
        </p:spPr>
      </p:sp>
      <p:sp>
        <p:nvSpPr>
          <p:cNvPr name="Freeform 18" id="18"/>
          <p:cNvSpPr/>
          <p:nvPr/>
        </p:nvSpPr>
        <p:spPr>
          <a:xfrm flipH="false" flipV="false" rot="0">
            <a:off x="6744014" y="7658855"/>
            <a:ext cx="624692" cy="623129"/>
          </a:xfrm>
          <a:custGeom>
            <a:avLst/>
            <a:gdLst/>
            <a:ahLst/>
            <a:cxnLst/>
            <a:rect r="r" b="b" t="t" l="l"/>
            <a:pathLst>
              <a:path h="623129" w="624692">
                <a:moveTo>
                  <a:pt x="0" y="0"/>
                </a:moveTo>
                <a:lnTo>
                  <a:pt x="624693" y="0"/>
                </a:lnTo>
                <a:lnTo>
                  <a:pt x="624693" y="623129"/>
                </a:lnTo>
                <a:lnTo>
                  <a:pt x="0" y="623129"/>
                </a:lnTo>
                <a:lnTo>
                  <a:pt x="0" y="0"/>
                </a:lnTo>
                <a:close/>
              </a:path>
            </a:pathLst>
          </a:custGeom>
          <a:blipFill>
            <a:blip r:embed="rId7">
              <a:extLst>
                <a:ext uri="{96DAC541-7B7A-43D3-8B79-37D633B846F1}">
                  <asvg:svgBlip xmlns:asvg="http://schemas.microsoft.com/office/drawing/2016/SVG/main" r:embed="rId8"/>
                </a:ext>
              </a:extLst>
            </a:blip>
            <a:stretch>
              <a:fillRect l="-117870" t="0" r="0" b="-122462"/>
            </a:stretch>
          </a:blipFill>
        </p:spPr>
      </p:sp>
      <p:sp>
        <p:nvSpPr>
          <p:cNvPr name="Freeform 19" id="19"/>
          <p:cNvSpPr/>
          <p:nvPr/>
        </p:nvSpPr>
        <p:spPr>
          <a:xfrm flipH="false" flipV="false" rot="0">
            <a:off x="10919293" y="7658855"/>
            <a:ext cx="624692" cy="623129"/>
          </a:xfrm>
          <a:custGeom>
            <a:avLst/>
            <a:gdLst/>
            <a:ahLst/>
            <a:cxnLst/>
            <a:rect r="r" b="b" t="t" l="l"/>
            <a:pathLst>
              <a:path h="623129" w="624692">
                <a:moveTo>
                  <a:pt x="0" y="0"/>
                </a:moveTo>
                <a:lnTo>
                  <a:pt x="624693" y="0"/>
                </a:lnTo>
                <a:lnTo>
                  <a:pt x="624693" y="623129"/>
                </a:lnTo>
                <a:lnTo>
                  <a:pt x="0" y="623129"/>
                </a:lnTo>
                <a:lnTo>
                  <a:pt x="0" y="0"/>
                </a:lnTo>
                <a:close/>
              </a:path>
            </a:pathLst>
          </a:custGeom>
          <a:blipFill>
            <a:blip r:embed="rId7">
              <a:extLst>
                <a:ext uri="{96DAC541-7B7A-43D3-8B79-37D633B846F1}">
                  <asvg:svgBlip xmlns:asvg="http://schemas.microsoft.com/office/drawing/2016/SVG/main" r:embed="rId8"/>
                </a:ext>
              </a:extLst>
            </a:blip>
            <a:stretch>
              <a:fillRect l="-117870" t="0" r="0" b="-122462"/>
            </a:stretch>
          </a:blipFill>
        </p:spPr>
      </p:sp>
      <p:sp>
        <p:nvSpPr>
          <p:cNvPr name="Freeform 20" id="20"/>
          <p:cNvSpPr/>
          <p:nvPr/>
        </p:nvSpPr>
        <p:spPr>
          <a:xfrm flipH="false" flipV="false" rot="0">
            <a:off x="15094572" y="7658855"/>
            <a:ext cx="624692" cy="623129"/>
          </a:xfrm>
          <a:custGeom>
            <a:avLst/>
            <a:gdLst/>
            <a:ahLst/>
            <a:cxnLst/>
            <a:rect r="r" b="b" t="t" l="l"/>
            <a:pathLst>
              <a:path h="623129" w="624692">
                <a:moveTo>
                  <a:pt x="0" y="0"/>
                </a:moveTo>
                <a:lnTo>
                  <a:pt x="624693" y="0"/>
                </a:lnTo>
                <a:lnTo>
                  <a:pt x="624693" y="623129"/>
                </a:lnTo>
                <a:lnTo>
                  <a:pt x="0" y="623129"/>
                </a:lnTo>
                <a:lnTo>
                  <a:pt x="0" y="0"/>
                </a:lnTo>
                <a:close/>
              </a:path>
            </a:pathLst>
          </a:custGeom>
          <a:blipFill>
            <a:blip r:embed="rId7">
              <a:extLst>
                <a:ext uri="{96DAC541-7B7A-43D3-8B79-37D633B846F1}">
                  <asvg:svgBlip xmlns:asvg="http://schemas.microsoft.com/office/drawing/2016/SVG/main" r:embed="rId8"/>
                </a:ext>
              </a:extLst>
            </a:blip>
            <a:stretch>
              <a:fillRect l="-117870" t="0" r="0" b="-122462"/>
            </a:stretch>
          </a:blipFill>
        </p:spPr>
      </p:sp>
      <p:sp>
        <p:nvSpPr>
          <p:cNvPr name="TextBox 21" id="21"/>
          <p:cNvSpPr txBox="true"/>
          <p:nvPr/>
        </p:nvSpPr>
        <p:spPr>
          <a:xfrm rot="0">
            <a:off x="5543550" y="1133475"/>
            <a:ext cx="7210425" cy="776224"/>
          </a:xfrm>
          <a:prstGeom prst="rect">
            <a:avLst/>
          </a:prstGeom>
        </p:spPr>
        <p:txBody>
          <a:bodyPr anchor="t" rtlCol="false" tIns="0" lIns="0" bIns="0" rIns="0">
            <a:spAutoFit/>
          </a:bodyPr>
          <a:lstStyle/>
          <a:p>
            <a:pPr algn="ctr" marL="0" indent="0" lvl="0">
              <a:lnSpc>
                <a:spcPts val="5810"/>
              </a:lnSpc>
              <a:spcBef>
                <a:spcPct val="0"/>
              </a:spcBef>
            </a:pPr>
            <a:r>
              <a:rPr lang="en-US" sz="5810" spc="-458" strike="noStrike" u="none">
                <a:solidFill>
                  <a:srgbClr val="000000"/>
                </a:solidFill>
                <a:latin typeface="Archivo Black"/>
                <a:ea typeface="Archivo Black"/>
                <a:cs typeface="Archivo Black"/>
                <a:sym typeface="Archivo Black"/>
              </a:rPr>
              <a:t>Lorem Ipsum</a:t>
            </a:r>
          </a:p>
        </p:txBody>
      </p:sp>
      <p:sp>
        <p:nvSpPr>
          <p:cNvPr name="TextBox 22" id="22"/>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09/10</a:t>
            </a:r>
          </a:p>
        </p:txBody>
      </p:sp>
      <p:sp>
        <p:nvSpPr>
          <p:cNvPr name="TextBox 23" id="23"/>
          <p:cNvSpPr txBox="true"/>
          <p:nvPr/>
        </p:nvSpPr>
        <p:spPr>
          <a:xfrm rot="0">
            <a:off x="914400" y="6534150"/>
            <a:ext cx="3933825" cy="340430"/>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000000"/>
                </a:solidFill>
                <a:latin typeface="Garet Bold"/>
                <a:ea typeface="Garet Bold"/>
                <a:cs typeface="Garet Bold"/>
                <a:sym typeface="Garet Bold"/>
              </a:rPr>
              <a:t>Lorem Ipsum</a:t>
            </a:r>
          </a:p>
        </p:txBody>
      </p:sp>
      <p:sp>
        <p:nvSpPr>
          <p:cNvPr name="TextBox 24" id="24"/>
          <p:cNvSpPr txBox="true"/>
          <p:nvPr/>
        </p:nvSpPr>
        <p:spPr>
          <a:xfrm rot="0">
            <a:off x="4972050" y="6534150"/>
            <a:ext cx="4181475" cy="340430"/>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000000"/>
                </a:solidFill>
                <a:latin typeface="Garet Bold"/>
                <a:ea typeface="Garet Bold"/>
                <a:cs typeface="Garet Bold"/>
                <a:sym typeface="Garet Bold"/>
              </a:rPr>
              <a:t>Dolor Sit Amet</a:t>
            </a:r>
          </a:p>
        </p:txBody>
      </p:sp>
      <p:sp>
        <p:nvSpPr>
          <p:cNvPr name="TextBox 25" id="25"/>
          <p:cNvSpPr txBox="true"/>
          <p:nvPr/>
        </p:nvSpPr>
        <p:spPr>
          <a:xfrm rot="0">
            <a:off x="1247775" y="7029450"/>
            <a:ext cx="3267075" cy="315336"/>
          </a:xfrm>
          <a:prstGeom prst="rect">
            <a:avLst/>
          </a:prstGeom>
        </p:spPr>
        <p:txBody>
          <a:bodyPr anchor="t" rtlCol="false" tIns="0" lIns="0" bIns="0" rIns="0">
            <a:spAutoFit/>
          </a:bodyPr>
          <a:lstStyle/>
          <a:p>
            <a:pPr algn="ctr" marL="0" indent="0" lvl="0">
              <a:lnSpc>
                <a:spcPts val="2660"/>
              </a:lnSpc>
              <a:spcBef>
                <a:spcPct val="0"/>
              </a:spcBef>
            </a:pPr>
            <a:r>
              <a:rPr lang="en-US" sz="1900" strike="noStrike" u="none">
                <a:solidFill>
                  <a:srgbClr val="000000"/>
                </a:solidFill>
                <a:latin typeface="Garet"/>
                <a:ea typeface="Garet"/>
                <a:cs typeface="Garet"/>
                <a:sym typeface="Garet"/>
              </a:rPr>
              <a:t>Consectetur</a:t>
            </a:r>
          </a:p>
        </p:txBody>
      </p:sp>
      <p:sp>
        <p:nvSpPr>
          <p:cNvPr name="TextBox 26" id="26"/>
          <p:cNvSpPr txBox="true"/>
          <p:nvPr/>
        </p:nvSpPr>
        <p:spPr>
          <a:xfrm rot="0">
            <a:off x="5429250" y="7029450"/>
            <a:ext cx="3267075" cy="315336"/>
          </a:xfrm>
          <a:prstGeom prst="rect">
            <a:avLst/>
          </a:prstGeom>
        </p:spPr>
        <p:txBody>
          <a:bodyPr anchor="t" rtlCol="false" tIns="0" lIns="0" bIns="0" rIns="0">
            <a:spAutoFit/>
          </a:bodyPr>
          <a:lstStyle/>
          <a:p>
            <a:pPr algn="ctr" marL="0" indent="0" lvl="0">
              <a:lnSpc>
                <a:spcPts val="2660"/>
              </a:lnSpc>
              <a:spcBef>
                <a:spcPct val="0"/>
              </a:spcBef>
            </a:pPr>
            <a:r>
              <a:rPr lang="en-US" sz="1900" strike="noStrike" u="none">
                <a:solidFill>
                  <a:srgbClr val="000000"/>
                </a:solidFill>
                <a:latin typeface="Garet"/>
                <a:ea typeface="Garet"/>
                <a:cs typeface="Garet"/>
                <a:sym typeface="Garet"/>
              </a:rPr>
              <a:t>Adipiscing</a:t>
            </a:r>
          </a:p>
        </p:txBody>
      </p:sp>
      <p:sp>
        <p:nvSpPr>
          <p:cNvPr name="TextBox 27" id="27"/>
          <p:cNvSpPr txBox="true"/>
          <p:nvPr/>
        </p:nvSpPr>
        <p:spPr>
          <a:xfrm rot="0">
            <a:off x="9172575" y="6534150"/>
            <a:ext cx="4114800" cy="340430"/>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000000"/>
                </a:solidFill>
                <a:latin typeface="Garet Bold"/>
                <a:ea typeface="Garet Bold"/>
                <a:cs typeface="Garet Bold"/>
                <a:sym typeface="Garet Bold"/>
              </a:rPr>
              <a:t>Sed Eiusmod</a:t>
            </a:r>
          </a:p>
        </p:txBody>
      </p:sp>
      <p:sp>
        <p:nvSpPr>
          <p:cNvPr name="TextBox 28" id="28"/>
          <p:cNvSpPr txBox="true"/>
          <p:nvPr/>
        </p:nvSpPr>
        <p:spPr>
          <a:xfrm rot="0">
            <a:off x="9601200" y="7029450"/>
            <a:ext cx="3267075" cy="315336"/>
          </a:xfrm>
          <a:prstGeom prst="rect">
            <a:avLst/>
          </a:prstGeom>
        </p:spPr>
        <p:txBody>
          <a:bodyPr anchor="t" rtlCol="false" tIns="0" lIns="0" bIns="0" rIns="0">
            <a:spAutoFit/>
          </a:bodyPr>
          <a:lstStyle/>
          <a:p>
            <a:pPr algn="ctr" marL="0" indent="0" lvl="0">
              <a:lnSpc>
                <a:spcPts val="2660"/>
              </a:lnSpc>
              <a:spcBef>
                <a:spcPct val="0"/>
              </a:spcBef>
            </a:pPr>
            <a:r>
              <a:rPr lang="en-US" sz="1900" strike="noStrike" u="none">
                <a:solidFill>
                  <a:srgbClr val="000000"/>
                </a:solidFill>
                <a:latin typeface="Garet"/>
                <a:ea typeface="Garet"/>
                <a:cs typeface="Garet"/>
                <a:sym typeface="Garet"/>
              </a:rPr>
              <a:t>Tempor</a:t>
            </a:r>
          </a:p>
        </p:txBody>
      </p:sp>
      <p:sp>
        <p:nvSpPr>
          <p:cNvPr name="TextBox 29" id="29"/>
          <p:cNvSpPr txBox="true"/>
          <p:nvPr/>
        </p:nvSpPr>
        <p:spPr>
          <a:xfrm rot="0">
            <a:off x="13382625" y="6534150"/>
            <a:ext cx="4057650" cy="340430"/>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000000"/>
                </a:solidFill>
                <a:latin typeface="Garet Bold"/>
                <a:ea typeface="Garet Bold"/>
                <a:cs typeface="Garet Bold"/>
                <a:sym typeface="Garet Bold"/>
              </a:rPr>
              <a:t>Ut Labore</a:t>
            </a:r>
          </a:p>
        </p:txBody>
      </p:sp>
      <p:sp>
        <p:nvSpPr>
          <p:cNvPr name="TextBox 30" id="30"/>
          <p:cNvSpPr txBox="true"/>
          <p:nvPr/>
        </p:nvSpPr>
        <p:spPr>
          <a:xfrm rot="0">
            <a:off x="13773150" y="7029450"/>
            <a:ext cx="3267075" cy="315336"/>
          </a:xfrm>
          <a:prstGeom prst="rect">
            <a:avLst/>
          </a:prstGeom>
        </p:spPr>
        <p:txBody>
          <a:bodyPr anchor="t" rtlCol="false" tIns="0" lIns="0" bIns="0" rIns="0">
            <a:spAutoFit/>
          </a:bodyPr>
          <a:lstStyle/>
          <a:p>
            <a:pPr algn="ctr" marL="0" indent="0" lvl="0">
              <a:lnSpc>
                <a:spcPts val="2660"/>
              </a:lnSpc>
              <a:spcBef>
                <a:spcPct val="0"/>
              </a:spcBef>
            </a:pPr>
            <a:r>
              <a:rPr lang="en-US" sz="1900" strike="noStrike" u="none">
                <a:solidFill>
                  <a:srgbClr val="000000"/>
                </a:solidFill>
                <a:latin typeface="Garet"/>
                <a:ea typeface="Garet"/>
                <a:cs typeface="Garet"/>
                <a:sym typeface="Garet"/>
              </a:rPr>
              <a:t>Incididunt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28700" y="2752725"/>
            <a:ext cx="7210425" cy="652806"/>
          </a:xfrm>
          <a:prstGeom prst="rect">
            <a:avLst/>
          </a:prstGeom>
        </p:spPr>
        <p:txBody>
          <a:bodyPr anchor="t" rtlCol="false" tIns="0" lIns="0" bIns="0" rIns="0">
            <a:spAutoFit/>
          </a:bodyPr>
          <a:lstStyle/>
          <a:p>
            <a:pPr algn="l" marL="0" indent="0" lvl="0">
              <a:lnSpc>
                <a:spcPts val="4531"/>
              </a:lnSpc>
              <a:spcBef>
                <a:spcPct val="0"/>
              </a:spcBef>
            </a:pPr>
            <a:r>
              <a:rPr lang="en-US" sz="5810" spc="-458" strike="noStrike" u="none">
                <a:solidFill>
                  <a:srgbClr val="000000"/>
                </a:solidFill>
                <a:latin typeface="Archivo Black"/>
                <a:ea typeface="Archivo Black"/>
                <a:cs typeface="Archivo Black"/>
                <a:sym typeface="Archivo Black"/>
              </a:rPr>
              <a:t>Lorem Ipsum</a:t>
            </a:r>
          </a:p>
        </p:txBody>
      </p:sp>
      <p:sp>
        <p:nvSpPr>
          <p:cNvPr name="TextBox 4" id="4"/>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10/10</a:t>
            </a:r>
          </a:p>
        </p:txBody>
      </p:sp>
      <p:sp>
        <p:nvSpPr>
          <p:cNvPr name="TextBox 5" id="5"/>
          <p:cNvSpPr txBox="true"/>
          <p:nvPr/>
        </p:nvSpPr>
        <p:spPr>
          <a:xfrm rot="0">
            <a:off x="11506200" y="8896350"/>
            <a:ext cx="5762625" cy="365760"/>
          </a:xfrm>
          <a:prstGeom prst="rect">
            <a:avLst/>
          </a:prstGeom>
        </p:spPr>
        <p:txBody>
          <a:bodyPr anchor="t" rtlCol="false" tIns="0" lIns="0" bIns="0" rIns="0">
            <a:spAutoFit/>
          </a:bodyPr>
          <a:lstStyle/>
          <a:p>
            <a:pPr algn="r" marL="0" indent="0" lvl="0">
              <a:lnSpc>
                <a:spcPts val="2940"/>
              </a:lnSpc>
              <a:spcBef>
                <a:spcPct val="0"/>
              </a:spcBef>
            </a:pPr>
            <a:r>
              <a:rPr lang="en-US" sz="2100" strike="noStrike" u="none">
                <a:solidFill>
                  <a:srgbClr val="000000"/>
                </a:solidFill>
                <a:latin typeface="Garet"/>
                <a:ea typeface="Garet"/>
                <a:cs typeface="Garet"/>
                <a:sym typeface="Garet"/>
              </a:rPr>
              <a:t>www.loremipsum.com</a:t>
            </a:r>
          </a:p>
        </p:txBody>
      </p:sp>
      <p:sp>
        <p:nvSpPr>
          <p:cNvPr name="AutoShape 6" id="6"/>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7" id="7"/>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8" id="8"/>
          <p:cNvSpPr txBox="true"/>
          <p:nvPr/>
        </p:nvSpPr>
        <p:spPr>
          <a:xfrm rot="0">
            <a:off x="1028700" y="5738073"/>
            <a:ext cx="2149547" cy="339725"/>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E-mail</a:t>
            </a:r>
          </a:p>
        </p:txBody>
      </p:sp>
      <p:sp>
        <p:nvSpPr>
          <p:cNvPr name="TextBox 9" id="9"/>
          <p:cNvSpPr txBox="true"/>
          <p:nvPr/>
        </p:nvSpPr>
        <p:spPr>
          <a:xfrm rot="0">
            <a:off x="3181350" y="5715000"/>
            <a:ext cx="5362575" cy="365760"/>
          </a:xfrm>
          <a:prstGeom prst="rect">
            <a:avLst/>
          </a:prstGeom>
        </p:spPr>
        <p:txBody>
          <a:bodyPr anchor="t" rtlCol="false" tIns="0" lIns="0" bIns="0" rIns="0">
            <a:spAutoFit/>
          </a:bodyPr>
          <a:lstStyle/>
          <a:p>
            <a:pPr algn="just" marL="0" indent="0" lvl="0">
              <a:lnSpc>
                <a:spcPts val="2940"/>
              </a:lnSpc>
              <a:spcBef>
                <a:spcPct val="0"/>
              </a:spcBef>
            </a:pPr>
            <a:r>
              <a:rPr lang="en-US" sz="2100" strike="noStrike" u="none">
                <a:solidFill>
                  <a:srgbClr val="000000"/>
                </a:solidFill>
                <a:latin typeface="Garet"/>
                <a:ea typeface="Garet"/>
                <a:cs typeface="Garet"/>
                <a:sym typeface="Garet"/>
              </a:rPr>
              <a:t>lorem@ipsum.com</a:t>
            </a:r>
          </a:p>
        </p:txBody>
      </p:sp>
      <p:sp>
        <p:nvSpPr>
          <p:cNvPr name="TextBox 10" id="10"/>
          <p:cNvSpPr txBox="true"/>
          <p:nvPr/>
        </p:nvSpPr>
        <p:spPr>
          <a:xfrm rot="0">
            <a:off x="1028700" y="6330711"/>
            <a:ext cx="2149547" cy="339725"/>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Social Media</a:t>
            </a:r>
          </a:p>
        </p:txBody>
      </p:sp>
      <p:sp>
        <p:nvSpPr>
          <p:cNvPr name="TextBox 11" id="11"/>
          <p:cNvSpPr txBox="true"/>
          <p:nvPr/>
        </p:nvSpPr>
        <p:spPr>
          <a:xfrm rot="0">
            <a:off x="3181350" y="6305550"/>
            <a:ext cx="5362575" cy="365760"/>
          </a:xfrm>
          <a:prstGeom prst="rect">
            <a:avLst/>
          </a:prstGeom>
        </p:spPr>
        <p:txBody>
          <a:bodyPr anchor="t" rtlCol="false" tIns="0" lIns="0" bIns="0" rIns="0">
            <a:spAutoFit/>
          </a:bodyPr>
          <a:lstStyle/>
          <a:p>
            <a:pPr algn="just" marL="0" indent="0" lvl="0">
              <a:lnSpc>
                <a:spcPts val="2940"/>
              </a:lnSpc>
              <a:spcBef>
                <a:spcPct val="0"/>
              </a:spcBef>
            </a:pPr>
            <a:r>
              <a:rPr lang="en-US" sz="2100" strike="noStrike" u="none">
                <a:solidFill>
                  <a:srgbClr val="000000"/>
                </a:solidFill>
                <a:latin typeface="Garet"/>
                <a:ea typeface="Garet"/>
                <a:cs typeface="Garet"/>
                <a:sym typeface="Garet"/>
              </a:rPr>
              <a:t>@loremipsum</a:t>
            </a:r>
          </a:p>
        </p:txBody>
      </p:sp>
      <p:sp>
        <p:nvSpPr>
          <p:cNvPr name="TextBox 12" id="12"/>
          <p:cNvSpPr txBox="true"/>
          <p:nvPr/>
        </p:nvSpPr>
        <p:spPr>
          <a:xfrm rot="0">
            <a:off x="1028700" y="6923349"/>
            <a:ext cx="2149547" cy="339725"/>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Phone</a:t>
            </a:r>
          </a:p>
        </p:txBody>
      </p:sp>
      <p:sp>
        <p:nvSpPr>
          <p:cNvPr name="TextBox 13" id="13"/>
          <p:cNvSpPr txBox="true"/>
          <p:nvPr/>
        </p:nvSpPr>
        <p:spPr>
          <a:xfrm rot="0">
            <a:off x="3181350" y="6896100"/>
            <a:ext cx="5362575" cy="365760"/>
          </a:xfrm>
          <a:prstGeom prst="rect">
            <a:avLst/>
          </a:prstGeom>
        </p:spPr>
        <p:txBody>
          <a:bodyPr anchor="t" rtlCol="false" tIns="0" lIns="0" bIns="0" rIns="0">
            <a:spAutoFit/>
          </a:bodyPr>
          <a:lstStyle/>
          <a:p>
            <a:pPr algn="just" marL="0" indent="0" lvl="0">
              <a:lnSpc>
                <a:spcPts val="2940"/>
              </a:lnSpc>
              <a:spcBef>
                <a:spcPct val="0"/>
              </a:spcBef>
            </a:pPr>
            <a:r>
              <a:rPr lang="en-US" sz="2100" strike="noStrike" u="none">
                <a:solidFill>
                  <a:srgbClr val="000000"/>
                </a:solidFill>
                <a:latin typeface="Garet"/>
                <a:ea typeface="Garet"/>
                <a:cs typeface="Garet"/>
                <a:sym typeface="Garet"/>
              </a:rPr>
              <a:t>+123-456-7890</a:t>
            </a:r>
          </a:p>
        </p:txBody>
      </p:sp>
      <p:sp>
        <p:nvSpPr>
          <p:cNvPr name="TextBox 14" id="14"/>
          <p:cNvSpPr txBox="true"/>
          <p:nvPr/>
        </p:nvSpPr>
        <p:spPr>
          <a:xfrm rot="0">
            <a:off x="1028700" y="7515987"/>
            <a:ext cx="2149547" cy="339725"/>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Address</a:t>
            </a:r>
          </a:p>
        </p:txBody>
      </p:sp>
      <p:sp>
        <p:nvSpPr>
          <p:cNvPr name="TextBox 15" id="15"/>
          <p:cNvSpPr txBox="true"/>
          <p:nvPr/>
        </p:nvSpPr>
        <p:spPr>
          <a:xfrm rot="0">
            <a:off x="3181350" y="7486650"/>
            <a:ext cx="5362575" cy="365760"/>
          </a:xfrm>
          <a:prstGeom prst="rect">
            <a:avLst/>
          </a:prstGeom>
        </p:spPr>
        <p:txBody>
          <a:bodyPr anchor="t" rtlCol="false" tIns="0" lIns="0" bIns="0" rIns="0">
            <a:spAutoFit/>
          </a:bodyPr>
          <a:lstStyle/>
          <a:p>
            <a:pPr algn="just" marL="0" indent="0" lvl="0">
              <a:lnSpc>
                <a:spcPts val="2940"/>
              </a:lnSpc>
              <a:spcBef>
                <a:spcPct val="0"/>
              </a:spcBef>
            </a:pPr>
            <a:r>
              <a:rPr lang="en-US" sz="2100" strike="noStrike" u="none">
                <a:solidFill>
                  <a:srgbClr val="000000"/>
                </a:solidFill>
                <a:latin typeface="Garet"/>
                <a:ea typeface="Garet"/>
                <a:cs typeface="Garet"/>
                <a:sym typeface="Garet"/>
              </a:rPr>
              <a:t>123 Lorem Ipsum St., Dolor, SI 12345</a:t>
            </a:r>
          </a:p>
        </p:txBody>
      </p:sp>
      <p:sp>
        <p:nvSpPr>
          <p:cNvPr name="TextBox 16" id="16"/>
          <p:cNvSpPr txBox="true"/>
          <p:nvPr/>
        </p:nvSpPr>
        <p:spPr>
          <a:xfrm rot="0">
            <a:off x="1028700" y="4803775"/>
            <a:ext cx="4764688" cy="339725"/>
          </a:xfrm>
          <a:prstGeom prst="rect">
            <a:avLst/>
          </a:prstGeom>
        </p:spPr>
        <p:txBody>
          <a:bodyPr anchor="t" rtlCol="false" tIns="0" lIns="0" bIns="0" rIns="0">
            <a:spAutoFit/>
          </a:bodyPr>
          <a:lstStyle/>
          <a:p>
            <a:pPr algn="l" marL="0" indent="0" lvl="0">
              <a:lnSpc>
                <a:spcPts val="2800"/>
              </a:lnSpc>
              <a:spcBef>
                <a:spcPct val="0"/>
              </a:spcBef>
            </a:pPr>
            <a:r>
              <a:rPr lang="en-US" b="true" sz="2000" u="none">
                <a:solidFill>
                  <a:srgbClr val="000000"/>
                </a:solidFill>
                <a:latin typeface="Garet Bold"/>
                <a:ea typeface="Garet Bold"/>
                <a:cs typeface="Garet Bold"/>
                <a:sym typeface="Garet Bold"/>
              </a:rPr>
              <a:t>CONTACT US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398559" y="1438574"/>
            <a:ext cx="3493612" cy="1759510"/>
          </a:xfrm>
          <a:custGeom>
            <a:avLst/>
            <a:gdLst/>
            <a:ahLst/>
            <a:cxnLst/>
            <a:rect r="r" b="b" t="t" l="l"/>
            <a:pathLst>
              <a:path h="1759510" w="3493612">
                <a:moveTo>
                  <a:pt x="0" y="0"/>
                </a:moveTo>
                <a:lnTo>
                  <a:pt x="3493612" y="0"/>
                </a:lnTo>
                <a:lnTo>
                  <a:pt x="3493612" y="1759510"/>
                </a:lnTo>
                <a:lnTo>
                  <a:pt x="0" y="17595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899199" y="1438574"/>
            <a:ext cx="2008120" cy="1781750"/>
          </a:xfrm>
          <a:custGeom>
            <a:avLst/>
            <a:gdLst/>
            <a:ahLst/>
            <a:cxnLst/>
            <a:rect r="r" b="b" t="t" l="l"/>
            <a:pathLst>
              <a:path h="1781750" w="2008120">
                <a:moveTo>
                  <a:pt x="0" y="0"/>
                </a:moveTo>
                <a:lnTo>
                  <a:pt x="2008120" y="0"/>
                </a:lnTo>
                <a:lnTo>
                  <a:pt x="2008120" y="1781749"/>
                </a:lnTo>
                <a:lnTo>
                  <a:pt x="0" y="17817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398559" y="3800774"/>
            <a:ext cx="3493612" cy="3493612"/>
          </a:xfrm>
          <a:custGeom>
            <a:avLst/>
            <a:gdLst/>
            <a:ahLst/>
            <a:cxnLst/>
            <a:rect r="r" b="b" t="t" l="l"/>
            <a:pathLst>
              <a:path h="3493612" w="3493612">
                <a:moveTo>
                  <a:pt x="0" y="0"/>
                </a:moveTo>
                <a:lnTo>
                  <a:pt x="3493612" y="0"/>
                </a:lnTo>
                <a:lnTo>
                  <a:pt x="3493612" y="3493612"/>
                </a:lnTo>
                <a:lnTo>
                  <a:pt x="0" y="34936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0398559" y="7894461"/>
            <a:ext cx="3493612" cy="1200532"/>
          </a:xfrm>
          <a:custGeom>
            <a:avLst/>
            <a:gdLst/>
            <a:ahLst/>
            <a:cxnLst/>
            <a:rect r="r" b="b" t="t" l="l"/>
            <a:pathLst>
              <a:path h="1200532" w="3493612">
                <a:moveTo>
                  <a:pt x="0" y="0"/>
                </a:moveTo>
                <a:lnTo>
                  <a:pt x="3493612" y="0"/>
                </a:lnTo>
                <a:lnTo>
                  <a:pt x="3493612" y="1200532"/>
                </a:lnTo>
                <a:lnTo>
                  <a:pt x="0" y="120053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7945187" y="3960992"/>
            <a:ext cx="1916143" cy="1505043"/>
          </a:xfrm>
          <a:custGeom>
            <a:avLst/>
            <a:gdLst/>
            <a:ahLst/>
            <a:cxnLst/>
            <a:rect r="r" b="b" t="t" l="l"/>
            <a:pathLst>
              <a:path h="1505043" w="1916143">
                <a:moveTo>
                  <a:pt x="0" y="0"/>
                </a:moveTo>
                <a:lnTo>
                  <a:pt x="1916144" y="0"/>
                </a:lnTo>
                <a:lnTo>
                  <a:pt x="1916144" y="1505044"/>
                </a:lnTo>
                <a:lnTo>
                  <a:pt x="0" y="150504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1" id="11"/>
          <p:cNvSpPr/>
          <p:nvPr/>
        </p:nvSpPr>
        <p:spPr>
          <a:xfrm flipH="false" flipV="false" rot="0">
            <a:off x="7865507" y="6126134"/>
            <a:ext cx="2167480" cy="1087681"/>
          </a:xfrm>
          <a:custGeom>
            <a:avLst/>
            <a:gdLst/>
            <a:ahLst/>
            <a:cxnLst/>
            <a:rect r="r" b="b" t="t" l="l"/>
            <a:pathLst>
              <a:path h="1087681" w="2167480">
                <a:moveTo>
                  <a:pt x="0" y="0"/>
                </a:moveTo>
                <a:lnTo>
                  <a:pt x="2167480" y="0"/>
                </a:lnTo>
                <a:lnTo>
                  <a:pt x="2167480" y="1087681"/>
                </a:lnTo>
                <a:lnTo>
                  <a:pt x="0" y="1087681"/>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2" id="12"/>
          <p:cNvSpPr/>
          <p:nvPr/>
        </p:nvSpPr>
        <p:spPr>
          <a:xfrm flipH="false" flipV="false" rot="0">
            <a:off x="8206927" y="7752407"/>
            <a:ext cx="1484639" cy="1484639"/>
          </a:xfrm>
          <a:custGeom>
            <a:avLst/>
            <a:gdLst/>
            <a:ahLst/>
            <a:cxnLst/>
            <a:rect r="r" b="b" t="t" l="l"/>
            <a:pathLst>
              <a:path h="1484639" w="1484639">
                <a:moveTo>
                  <a:pt x="0" y="0"/>
                </a:moveTo>
                <a:lnTo>
                  <a:pt x="1484640" y="0"/>
                </a:lnTo>
                <a:lnTo>
                  <a:pt x="1484640" y="1484639"/>
                </a:lnTo>
                <a:lnTo>
                  <a:pt x="0" y="1484639"/>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13" id="13"/>
          <p:cNvSpPr txBox="true"/>
          <p:nvPr/>
        </p:nvSpPr>
        <p:spPr>
          <a:xfrm rot="0">
            <a:off x="1028700" y="1257300"/>
            <a:ext cx="6124575" cy="1224306"/>
          </a:xfrm>
          <a:prstGeom prst="rect">
            <a:avLst/>
          </a:prstGeom>
        </p:spPr>
        <p:txBody>
          <a:bodyPr anchor="t" rtlCol="false" tIns="0" lIns="0" bIns="0" rIns="0">
            <a:spAutoFit/>
          </a:bodyPr>
          <a:lstStyle/>
          <a:p>
            <a:pPr algn="l" marL="0" indent="0" lvl="0">
              <a:lnSpc>
                <a:spcPts val="4531"/>
              </a:lnSpc>
              <a:spcBef>
                <a:spcPct val="0"/>
              </a:spcBef>
            </a:pPr>
            <a:r>
              <a:rPr lang="en-US" sz="5810" spc="-458" strike="noStrike" u="none">
                <a:solidFill>
                  <a:srgbClr val="000000"/>
                </a:solidFill>
                <a:latin typeface="Archivo Black"/>
                <a:ea typeface="Archivo Black"/>
                <a:cs typeface="Archivo Black"/>
                <a:sym typeface="Archivo Black"/>
              </a:rPr>
              <a:t>Lorem </a:t>
            </a:r>
          </a:p>
          <a:p>
            <a:pPr algn="l" marL="0" indent="0" lvl="0">
              <a:lnSpc>
                <a:spcPts val="4531"/>
              </a:lnSpc>
              <a:spcBef>
                <a:spcPct val="0"/>
              </a:spcBef>
            </a:pPr>
            <a:r>
              <a:rPr lang="en-US" sz="5810" spc="-458" strike="noStrike" u="none">
                <a:solidFill>
                  <a:srgbClr val="000000"/>
                </a:solidFill>
                <a:latin typeface="Archivo Black"/>
                <a:ea typeface="Archivo Black"/>
                <a:cs typeface="Archivo Black"/>
                <a:sym typeface="Archivo Black"/>
              </a:rPr>
              <a:t>Ipsum</a:t>
            </a:r>
          </a:p>
        </p:txBody>
      </p:sp>
      <p:sp>
        <p:nvSpPr>
          <p:cNvPr name="TextBox 14" id="14"/>
          <p:cNvSpPr txBox="true"/>
          <p:nvPr/>
        </p:nvSpPr>
        <p:spPr>
          <a:xfrm rot="0">
            <a:off x="1028700" y="3162300"/>
            <a:ext cx="6086475" cy="1397000"/>
          </a:xfrm>
          <a:prstGeom prst="rect">
            <a:avLst/>
          </a:prstGeom>
        </p:spPr>
        <p:txBody>
          <a:bodyPr anchor="t" rtlCol="false" tIns="0" lIns="0" bIns="0" rIns="0">
            <a:spAutoFit/>
          </a:bodyPr>
          <a:lstStyle/>
          <a:p>
            <a:pPr algn="l" marL="0" indent="0" lvl="0">
              <a:lnSpc>
                <a:spcPts val="2800"/>
              </a:lnSpc>
              <a:spcBef>
                <a:spcPct val="0"/>
              </a:spcBef>
            </a:pPr>
            <a:r>
              <a:rPr lang="en-US" b="true" sz="2000" strike="noStrike" u="none">
                <a:solidFill>
                  <a:srgbClr val="000000"/>
                </a:solidFill>
                <a:latin typeface="Garet Bold"/>
                <a:ea typeface="Garet Bold"/>
                <a:cs typeface="Garet Bold"/>
                <a:sym typeface="Garet Bold"/>
              </a:rPr>
              <a:t>LOREM IPSUM DOLOR SIT AMET CONSECTETUR ADIPISCING ELIT. </a:t>
            </a:r>
          </a:p>
          <a:p>
            <a:pPr algn="l" marL="0" indent="0" lvl="0">
              <a:lnSpc>
                <a:spcPts val="2800"/>
              </a:lnSpc>
              <a:spcBef>
                <a:spcPct val="0"/>
              </a:spcBef>
            </a:pPr>
          </a:p>
          <a:p>
            <a:pPr algn="l" marL="0" indent="0" lvl="0">
              <a:lnSpc>
                <a:spcPts val="2800"/>
              </a:lnSpc>
              <a:spcBef>
                <a:spcPct val="0"/>
              </a:spcBef>
            </a:pPr>
            <a:r>
              <a:rPr lang="en-US" b="true" sz="2000" strike="noStrike" u="none">
                <a:solidFill>
                  <a:srgbClr val="000000"/>
                </a:solidFill>
                <a:latin typeface="Garet Bold"/>
                <a:ea typeface="Garet Bold"/>
                <a:cs typeface="Garet Bold"/>
                <a:sym typeface="Garet Bold"/>
              </a:rPr>
              <a:t>SED DO EIUSMOD TEMPOR INCIDIDUNT.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aphicFrame>
        <p:nvGraphicFramePr>
          <p:cNvPr name="Table 3" id="3"/>
          <p:cNvGraphicFramePr>
            <a:graphicFrameLocks noGrp="true"/>
          </p:cNvGraphicFramePr>
          <p:nvPr/>
        </p:nvGraphicFramePr>
        <p:xfrm>
          <a:off x="6841721" y="2092181"/>
          <a:ext cx="10417579" cy="6102638"/>
        </p:xfrm>
        <a:graphic>
          <a:graphicData uri="http://schemas.openxmlformats.org/drawingml/2006/table">
            <a:tbl>
              <a:tblPr/>
              <a:tblGrid>
                <a:gridCol w="5208789"/>
                <a:gridCol w="5208789"/>
              </a:tblGrid>
              <a:tr h="1443756">
                <a:tc>
                  <a:txBody>
                    <a:bodyPr anchor="t" rtlCol="false"/>
                    <a:lstStyle/>
                    <a:p>
                      <a:pPr algn="ctr">
                        <a:lnSpc>
                          <a:spcPts val="2940"/>
                        </a:lnSpc>
                        <a:defRPr/>
                      </a:pPr>
                      <a:r>
                        <a:rPr lang="en-US" sz="2100">
                          <a:solidFill>
                            <a:srgbClr val="000000"/>
                          </a:solidFill>
                          <a:latin typeface="Garet"/>
                          <a:ea typeface="Garet"/>
                          <a:cs typeface="Garet"/>
                          <a:sym typeface="Garet"/>
                        </a:rPr>
                        <a:t>B for blur</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Garet"/>
                          <a:ea typeface="Garet"/>
                          <a:cs typeface="Garet"/>
                          <a:sym typeface="Garet"/>
                        </a:rPr>
                        <a:t>C for confetti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443756">
                <a:tc>
                  <a:txBody>
                    <a:bodyPr anchor="t" rtlCol="false"/>
                    <a:lstStyle/>
                    <a:p>
                      <a:pPr algn="ctr">
                        <a:lnSpc>
                          <a:spcPts val="2940"/>
                        </a:lnSpc>
                        <a:defRPr/>
                      </a:pPr>
                      <a:r>
                        <a:rPr lang="en-US" sz="2100">
                          <a:solidFill>
                            <a:srgbClr val="000000"/>
                          </a:solidFill>
                          <a:latin typeface="Garet"/>
                          <a:ea typeface="Garet"/>
                          <a:cs typeface="Garet"/>
                          <a:sym typeface="Garet"/>
                        </a:rPr>
                        <a:t>D for a drumroll</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Garet"/>
                          <a:ea typeface="Garet"/>
                          <a:cs typeface="Garet"/>
                          <a:sym typeface="Garet"/>
                        </a:rPr>
                        <a:t>M for mic drop</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443756">
                <a:tc>
                  <a:txBody>
                    <a:bodyPr anchor="t" rtlCol="false"/>
                    <a:lstStyle/>
                    <a:p>
                      <a:pPr algn="ctr">
                        <a:lnSpc>
                          <a:spcPts val="2940"/>
                        </a:lnSpc>
                        <a:defRPr/>
                      </a:pPr>
                      <a:r>
                        <a:rPr lang="en-US" sz="2100">
                          <a:solidFill>
                            <a:srgbClr val="000000"/>
                          </a:solidFill>
                          <a:latin typeface="Garet"/>
                          <a:ea typeface="Garet"/>
                          <a:cs typeface="Garet"/>
                          <a:sym typeface="Garet"/>
                        </a:rPr>
                        <a:t>O for bubbles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Garet"/>
                          <a:ea typeface="Garet"/>
                          <a:cs typeface="Garet"/>
                          <a:sym typeface="Garet"/>
                        </a:rPr>
                        <a:t>Q for quiet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771369">
                <a:tc>
                  <a:txBody>
                    <a:bodyPr anchor="t" rtlCol="false"/>
                    <a:lstStyle/>
                    <a:p>
                      <a:pPr algn="ctr">
                        <a:lnSpc>
                          <a:spcPts val="2940"/>
                        </a:lnSpc>
                        <a:defRPr/>
                      </a:pPr>
                      <a:r>
                        <a:rPr lang="en-US" sz="2100">
                          <a:solidFill>
                            <a:srgbClr val="000000"/>
                          </a:solidFill>
                          <a:latin typeface="Garet"/>
                          <a:ea typeface="Garet"/>
                          <a:cs typeface="Garet"/>
                          <a:sym typeface="Garet"/>
                        </a:rPr>
                        <a:t>U for unveil</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Garet"/>
                          <a:ea typeface="Garet"/>
                          <a:cs typeface="Garet"/>
                          <a:sym typeface="Garet"/>
                        </a:rPr>
                        <a:t>Any number from 0-9</a:t>
                      </a:r>
                      <a:endParaRPr lang="en-US" sz="1100"/>
                    </a:p>
                    <a:p>
                      <a:pPr algn="ctr">
                        <a:lnSpc>
                          <a:spcPts val="2940"/>
                        </a:lnSpc>
                      </a:pPr>
                      <a:r>
                        <a:rPr lang="en-US" sz="2100">
                          <a:solidFill>
                            <a:srgbClr val="000000"/>
                          </a:solidFill>
                          <a:latin typeface="Garet"/>
                          <a:ea typeface="Garet"/>
                          <a:cs typeface="Garet"/>
                          <a:sym typeface="Garet"/>
                        </a:rPr>
                        <a:t>for a timer</a:t>
                      </a:r>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5793388" y="7137736"/>
            <a:ext cx="1641362" cy="2114167"/>
          </a:xfrm>
          <a:custGeom>
            <a:avLst/>
            <a:gdLst/>
            <a:ahLst/>
            <a:cxnLst/>
            <a:rect r="r" b="b" t="t" l="l"/>
            <a:pathLst>
              <a:path h="2114167" w="1641362">
                <a:moveTo>
                  <a:pt x="0" y="0"/>
                </a:moveTo>
                <a:lnTo>
                  <a:pt x="1641362" y="0"/>
                </a:lnTo>
                <a:lnTo>
                  <a:pt x="1641362" y="2114166"/>
                </a:lnTo>
                <a:lnTo>
                  <a:pt x="0" y="21141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028700" y="1257300"/>
            <a:ext cx="5591175" cy="1224306"/>
          </a:xfrm>
          <a:prstGeom prst="rect">
            <a:avLst/>
          </a:prstGeom>
        </p:spPr>
        <p:txBody>
          <a:bodyPr anchor="t" rtlCol="false" tIns="0" lIns="0" bIns="0" rIns="0">
            <a:spAutoFit/>
          </a:bodyPr>
          <a:lstStyle/>
          <a:p>
            <a:pPr algn="l" marL="0" indent="0" lvl="0">
              <a:lnSpc>
                <a:spcPts val="4531"/>
              </a:lnSpc>
              <a:spcBef>
                <a:spcPct val="0"/>
              </a:spcBef>
            </a:pPr>
            <a:r>
              <a:rPr lang="en-US" sz="5810" spc="-458" strike="noStrike" u="none">
                <a:solidFill>
                  <a:srgbClr val="000000"/>
                </a:solidFill>
                <a:latin typeface="Archivo Black"/>
                <a:ea typeface="Archivo Black"/>
                <a:cs typeface="Archivo Black"/>
                <a:sym typeface="Archivo Black"/>
              </a:rPr>
              <a:t>Lorem </a:t>
            </a:r>
          </a:p>
          <a:p>
            <a:pPr algn="l" marL="0" indent="0" lvl="0">
              <a:lnSpc>
                <a:spcPts val="4531"/>
              </a:lnSpc>
              <a:spcBef>
                <a:spcPct val="0"/>
              </a:spcBef>
            </a:pPr>
            <a:r>
              <a:rPr lang="en-US" sz="5810" spc="-458" strike="noStrike" u="none">
                <a:solidFill>
                  <a:srgbClr val="000000"/>
                </a:solidFill>
                <a:latin typeface="Archivo Black"/>
                <a:ea typeface="Archivo Black"/>
                <a:cs typeface="Archivo Black"/>
                <a:sym typeface="Archivo Black"/>
              </a:rPr>
              <a:t>Ipsum</a:t>
            </a:r>
          </a:p>
        </p:txBody>
      </p:sp>
      <p:sp>
        <p:nvSpPr>
          <p:cNvPr name="TextBox 6" id="6"/>
          <p:cNvSpPr txBox="true"/>
          <p:nvPr/>
        </p:nvSpPr>
        <p:spPr>
          <a:xfrm rot="0">
            <a:off x="1028700" y="3076575"/>
            <a:ext cx="5086350" cy="2101850"/>
          </a:xfrm>
          <a:prstGeom prst="rect">
            <a:avLst/>
          </a:prstGeom>
        </p:spPr>
        <p:txBody>
          <a:bodyPr anchor="t" rtlCol="false" tIns="0" lIns="0" bIns="0" rIns="0">
            <a:spAutoFit/>
          </a:bodyPr>
          <a:lstStyle/>
          <a:p>
            <a:pPr algn="l" marL="0" indent="0" lvl="0">
              <a:lnSpc>
                <a:spcPts val="2800"/>
              </a:lnSpc>
              <a:spcBef>
                <a:spcPct val="0"/>
              </a:spcBef>
            </a:pPr>
            <a:r>
              <a:rPr lang="en-US" b="true" sz="2000" strike="noStrike" u="none">
                <a:solidFill>
                  <a:srgbClr val="000000"/>
                </a:solidFill>
                <a:latin typeface="Garet Bold"/>
                <a:ea typeface="Garet Bold"/>
                <a:cs typeface="Garet Bold"/>
                <a:sym typeface="Garet Bold"/>
              </a:rPr>
              <a:t>LOREM IPSUM DOLOR SIT AMET CONSECTETUR ADIPISCING ELIT TEMPOR INCIDIDUNT. </a:t>
            </a:r>
          </a:p>
          <a:p>
            <a:pPr algn="l" marL="0" indent="0" lvl="0">
              <a:lnSpc>
                <a:spcPts val="2800"/>
              </a:lnSpc>
              <a:spcBef>
                <a:spcPct val="0"/>
              </a:spcBef>
            </a:pPr>
          </a:p>
          <a:p>
            <a:pPr algn="l" marL="0" indent="0" lvl="0">
              <a:lnSpc>
                <a:spcPts val="2800"/>
              </a:lnSpc>
              <a:spcBef>
                <a:spcPct val="0"/>
              </a:spcBef>
            </a:pPr>
            <a:r>
              <a:rPr lang="en-US" b="true" sz="2000" strike="noStrike" u="none">
                <a:solidFill>
                  <a:srgbClr val="000000"/>
                </a:solidFill>
                <a:latin typeface="Garet Bold"/>
                <a:ea typeface="Garet Bold"/>
                <a:cs typeface="Garet Bold"/>
                <a:sym typeface="Garet Bold"/>
              </a:rPr>
              <a:t>SED DO EIUSMOD TEMPOR INCIDIDUNT. </a:t>
            </a:r>
          </a:p>
        </p:txBody>
      </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a:gsLst>
            <a:gs pos="0">
              <a:srgbClr val="FFFFFF">
                <a:alpha val="100000"/>
              </a:srgbClr>
            </a:gs>
            <a:gs pos="100000">
              <a:srgbClr val="F8F4EE">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4619625" y="3238500"/>
            <a:ext cx="9058275" cy="2057400"/>
          </a:xfrm>
          <a:prstGeom prst="rect">
            <a:avLst/>
          </a:prstGeom>
        </p:spPr>
        <p:txBody>
          <a:bodyPr anchor="t" rtlCol="false" tIns="0" lIns="0" bIns="0" rIns="0">
            <a:spAutoFit/>
          </a:bodyPr>
          <a:lstStyle/>
          <a:p>
            <a:pPr algn="ctr" marL="0" indent="0" lvl="0">
              <a:lnSpc>
                <a:spcPts val="16800"/>
              </a:lnSpc>
              <a:spcBef>
                <a:spcPct val="0"/>
              </a:spcBef>
            </a:pPr>
            <a:r>
              <a:rPr lang="en-US" b="true" sz="12000" spc="-480">
                <a:solidFill>
                  <a:srgbClr val="000000"/>
                </a:solidFill>
                <a:latin typeface="Oswald Bold"/>
                <a:ea typeface="Oswald Bold"/>
                <a:cs typeface="Oswald Bold"/>
                <a:sym typeface="Oswald Bold"/>
              </a:rPr>
              <a:t>TITLE</a:t>
            </a:r>
          </a:p>
        </p:txBody>
      </p:sp>
      <p:sp>
        <p:nvSpPr>
          <p:cNvPr name="TextBox 3" id="3"/>
          <p:cNvSpPr txBox="true"/>
          <p:nvPr/>
        </p:nvSpPr>
        <p:spPr>
          <a:xfrm rot="0">
            <a:off x="4619625" y="5562600"/>
            <a:ext cx="9058275" cy="490855"/>
          </a:xfrm>
          <a:prstGeom prst="rect">
            <a:avLst/>
          </a:prstGeom>
        </p:spPr>
        <p:txBody>
          <a:bodyPr anchor="t" rtlCol="false" tIns="0" lIns="0" bIns="0" rIns="0">
            <a:spAutoFit/>
          </a:bodyPr>
          <a:lstStyle/>
          <a:p>
            <a:pPr algn="ctr" marL="0" indent="0" lvl="0">
              <a:lnSpc>
                <a:spcPts val="3919"/>
              </a:lnSpc>
              <a:spcBef>
                <a:spcPct val="0"/>
              </a:spcBef>
            </a:pPr>
            <a:r>
              <a:rPr lang="en-US" sz="2799" spc="55" strike="noStrike" u="none">
                <a:solidFill>
                  <a:srgbClr val="000000"/>
                </a:solidFill>
                <a:latin typeface="Open Sauce"/>
                <a:ea typeface="Open Sauce"/>
                <a:cs typeface="Open Sauce"/>
                <a:sym typeface="Open Sauce"/>
              </a:rPr>
              <a:t>Dolor sit amet consectetur adipiscing elit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DAHNn18ztmY</dc:identifier>
  <dcterms:modified xsi:type="dcterms:W3CDTF">2011-08-01T06:04:30Z</dcterms:modified>
  <cp:revision>1</cp:revision>
  <dc:title>Logo</dc:title>
</cp:coreProperties>
</file>