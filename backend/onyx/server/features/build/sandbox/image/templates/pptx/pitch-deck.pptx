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Loubag" charset="1" panose="02020A03060303060403"/>
      <p:regular r:id="rId18"/>
    </p:embeddedFont>
    <p:embeddedFont>
      <p:font typeface="Kabel" charset="1" panose="020D0402020204020903"/>
      <p:regular r:id="rId19"/>
    </p:embeddedFont>
    <p:embeddedFont>
      <p:font typeface="Kabel Ultra-Bold" charset="1" panose="020D0602020203020903"/>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image15.png" Type="http://schemas.openxmlformats.org/officeDocument/2006/relationships/image"/><Relationship Id="rId4" Target="../media/image16.jpeg" Type="http://schemas.openxmlformats.org/officeDocument/2006/relationships/image"/><Relationship Id="rId5" Target="../media/image17.jpe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DF9ED"/>
        </a:solidFill>
      </p:bgPr>
    </p:bg>
    <p:spTree>
      <p:nvGrpSpPr>
        <p:cNvPr id="1" name=""/>
        <p:cNvGrpSpPr/>
        <p:nvPr/>
      </p:nvGrpSpPr>
      <p:grpSpPr>
        <a:xfrm>
          <a:off x="0" y="0"/>
          <a:ext cx="0" cy="0"/>
          <a:chOff x="0" y="0"/>
          <a:chExt cx="0" cy="0"/>
        </a:xfrm>
      </p:grpSpPr>
      <p:grpSp>
        <p:nvGrpSpPr>
          <p:cNvPr name="Group 2" id="2"/>
          <p:cNvGrpSpPr/>
          <p:nvPr/>
        </p:nvGrpSpPr>
        <p:grpSpPr>
          <a:xfrm rot="0">
            <a:off x="17151770" y="0"/>
            <a:ext cx="1136230" cy="10416085"/>
            <a:chOff x="0" y="0"/>
            <a:chExt cx="299254" cy="2743331"/>
          </a:xfrm>
        </p:grpSpPr>
        <p:sp>
          <p:nvSpPr>
            <p:cNvPr name="Freeform 3" id="3"/>
            <p:cNvSpPr/>
            <p:nvPr/>
          </p:nvSpPr>
          <p:spPr>
            <a:xfrm flipH="false" flipV="false" rot="0">
              <a:off x="0" y="0"/>
              <a:ext cx="299254" cy="2743331"/>
            </a:xfrm>
            <a:custGeom>
              <a:avLst/>
              <a:gdLst/>
              <a:ahLst/>
              <a:cxnLst/>
              <a:rect r="r" b="b" t="t" l="l"/>
              <a:pathLst>
                <a:path h="2743331" w="299254">
                  <a:moveTo>
                    <a:pt x="0" y="0"/>
                  </a:moveTo>
                  <a:lnTo>
                    <a:pt x="299254" y="0"/>
                  </a:lnTo>
                  <a:lnTo>
                    <a:pt x="299254" y="2743331"/>
                  </a:lnTo>
                  <a:lnTo>
                    <a:pt x="0" y="2743331"/>
                  </a:lnTo>
                  <a:close/>
                </a:path>
              </a:pathLst>
            </a:custGeom>
            <a:solidFill>
              <a:srgbClr val="FFAF00"/>
            </a:solidFill>
          </p:spPr>
        </p:sp>
        <p:sp>
          <p:nvSpPr>
            <p:cNvPr name="TextBox 4" id="4"/>
            <p:cNvSpPr txBox="true"/>
            <p:nvPr/>
          </p:nvSpPr>
          <p:spPr>
            <a:xfrm>
              <a:off x="0" y="-95250"/>
              <a:ext cx="299254" cy="2838581"/>
            </a:xfrm>
            <a:prstGeom prst="rect">
              <a:avLst/>
            </a:prstGeom>
          </p:spPr>
          <p:txBody>
            <a:bodyPr anchor="ctr" rtlCol="false" tIns="50800" lIns="50800" bIns="50800" rIns="50800"/>
            <a:lstStyle/>
            <a:p>
              <a:pPr algn="ctr">
                <a:lnSpc>
                  <a:spcPts val="3657"/>
                </a:lnSpc>
              </a:pPr>
            </a:p>
          </p:txBody>
        </p:sp>
      </p:grpSp>
      <p:sp>
        <p:nvSpPr>
          <p:cNvPr name="Freeform 5" id="5"/>
          <p:cNvSpPr/>
          <p:nvPr/>
        </p:nvSpPr>
        <p:spPr>
          <a:xfrm flipH="false" flipV="false" rot="0">
            <a:off x="14247058" y="-66353"/>
            <a:ext cx="3012242" cy="10419707"/>
          </a:xfrm>
          <a:custGeom>
            <a:avLst/>
            <a:gdLst/>
            <a:ahLst/>
            <a:cxnLst/>
            <a:rect r="r" b="b" t="t" l="l"/>
            <a:pathLst>
              <a:path h="10419707" w="3012242">
                <a:moveTo>
                  <a:pt x="0" y="0"/>
                </a:moveTo>
                <a:lnTo>
                  <a:pt x="3012242" y="0"/>
                </a:lnTo>
                <a:lnTo>
                  <a:pt x="3012242" y="10419706"/>
                </a:lnTo>
                <a:lnTo>
                  <a:pt x="0" y="104197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49773" y="1028700"/>
            <a:ext cx="536275" cy="409431"/>
          </a:xfrm>
          <a:custGeom>
            <a:avLst/>
            <a:gdLst/>
            <a:ahLst/>
            <a:cxnLst/>
            <a:rect r="r" b="b" t="t" l="l"/>
            <a:pathLst>
              <a:path h="409431" w="536275">
                <a:moveTo>
                  <a:pt x="0" y="0"/>
                </a:moveTo>
                <a:lnTo>
                  <a:pt x="536274" y="0"/>
                </a:lnTo>
                <a:lnTo>
                  <a:pt x="536274" y="409431"/>
                </a:lnTo>
                <a:lnTo>
                  <a:pt x="0" y="4094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700" y="3627554"/>
            <a:ext cx="11913568" cy="2405022"/>
          </a:xfrm>
          <a:prstGeom prst="rect">
            <a:avLst/>
          </a:prstGeom>
        </p:spPr>
        <p:txBody>
          <a:bodyPr anchor="t" rtlCol="false" tIns="0" lIns="0" bIns="0" rIns="0">
            <a:spAutoFit/>
          </a:bodyPr>
          <a:lstStyle/>
          <a:p>
            <a:pPr algn="l">
              <a:lnSpc>
                <a:spcPts val="19689"/>
              </a:lnSpc>
            </a:pPr>
            <a:r>
              <a:rPr lang="en-US" sz="14064">
                <a:solidFill>
                  <a:srgbClr val="3C7F72"/>
                </a:solidFill>
                <a:latin typeface="Loubag"/>
                <a:ea typeface="Loubag"/>
                <a:cs typeface="Loubag"/>
                <a:sym typeface="Loubag"/>
              </a:rPr>
              <a:t>Pitch Deck</a:t>
            </a:r>
          </a:p>
        </p:txBody>
      </p:sp>
      <p:sp>
        <p:nvSpPr>
          <p:cNvPr name="TextBox 8" id="8"/>
          <p:cNvSpPr txBox="true"/>
          <p:nvPr/>
        </p:nvSpPr>
        <p:spPr>
          <a:xfrm rot="0">
            <a:off x="1757299" y="885825"/>
            <a:ext cx="2916704" cy="714094"/>
          </a:xfrm>
          <a:prstGeom prst="rect">
            <a:avLst/>
          </a:prstGeom>
        </p:spPr>
        <p:txBody>
          <a:bodyPr anchor="t" rtlCol="false" tIns="0" lIns="0" bIns="0" rIns="0">
            <a:spAutoFit/>
          </a:bodyPr>
          <a:lstStyle/>
          <a:p>
            <a:pPr algn="l">
              <a:lnSpc>
                <a:spcPts val="5265"/>
              </a:lnSpc>
            </a:pPr>
            <a:r>
              <a:rPr lang="en-US" sz="3761">
                <a:solidFill>
                  <a:srgbClr val="992800"/>
                </a:solidFill>
                <a:latin typeface="Kabel"/>
                <a:ea typeface="Kabel"/>
                <a:cs typeface="Kabel"/>
                <a:sym typeface="Kabel"/>
              </a:rPr>
              <a:t>Logo</a:t>
            </a:r>
          </a:p>
        </p:txBody>
      </p:sp>
      <p:sp>
        <p:nvSpPr>
          <p:cNvPr name="TextBox 9" id="9"/>
          <p:cNvSpPr txBox="true"/>
          <p:nvPr/>
        </p:nvSpPr>
        <p:spPr>
          <a:xfrm rot="0">
            <a:off x="1028700" y="5694221"/>
            <a:ext cx="6616779" cy="680635"/>
          </a:xfrm>
          <a:prstGeom prst="rect">
            <a:avLst/>
          </a:prstGeom>
        </p:spPr>
        <p:txBody>
          <a:bodyPr anchor="t" rtlCol="false" tIns="0" lIns="0" bIns="0" rIns="0">
            <a:spAutoFit/>
          </a:bodyPr>
          <a:lstStyle/>
          <a:p>
            <a:pPr algn="l">
              <a:lnSpc>
                <a:spcPts val="5009"/>
              </a:lnSpc>
            </a:pPr>
            <a:r>
              <a:rPr lang="en-US" sz="3578">
                <a:solidFill>
                  <a:srgbClr val="992800"/>
                </a:solidFill>
                <a:latin typeface="Kabel"/>
                <a:ea typeface="Kabel"/>
                <a:cs typeface="Kabel"/>
                <a:sym typeface="Kabel"/>
              </a:rPr>
              <a:t>Driven by Purpose, Powered by Innovation.</a:t>
            </a:r>
          </a:p>
        </p:txBody>
      </p:sp>
      <p:sp>
        <p:nvSpPr>
          <p:cNvPr name="TextBox 10" id="10"/>
          <p:cNvSpPr txBox="true"/>
          <p:nvPr/>
        </p:nvSpPr>
        <p:spPr>
          <a:xfrm rot="0">
            <a:off x="1028700" y="8535734"/>
            <a:ext cx="872490" cy="680635"/>
          </a:xfrm>
          <a:prstGeom prst="rect">
            <a:avLst/>
          </a:prstGeom>
        </p:spPr>
        <p:txBody>
          <a:bodyPr anchor="t" rtlCol="false" tIns="0" lIns="0" bIns="0" rIns="0">
            <a:spAutoFit/>
          </a:bodyPr>
          <a:lstStyle/>
          <a:p>
            <a:pPr algn="l">
              <a:lnSpc>
                <a:spcPts val="5009"/>
              </a:lnSpc>
            </a:pPr>
            <a:r>
              <a:rPr lang="en-US" sz="3578">
                <a:solidFill>
                  <a:srgbClr val="992800"/>
                </a:solidFill>
                <a:latin typeface="Kabel"/>
                <a:ea typeface="Kabel"/>
                <a:cs typeface="Kabel"/>
                <a:sym typeface="Kabel"/>
              </a:rPr>
              <a:t>2030</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DF9ED"/>
        </a:solidFill>
      </p:bgPr>
    </p:bg>
    <p:spTree>
      <p:nvGrpSpPr>
        <p:cNvPr id="1" name=""/>
        <p:cNvGrpSpPr/>
        <p:nvPr/>
      </p:nvGrpSpPr>
      <p:grpSpPr>
        <a:xfrm>
          <a:off x="0" y="0"/>
          <a:ext cx="0" cy="0"/>
          <a:chOff x="0" y="0"/>
          <a:chExt cx="0" cy="0"/>
        </a:xfrm>
      </p:grpSpPr>
      <p:sp>
        <p:nvSpPr>
          <p:cNvPr name="Freeform 2" id="2"/>
          <p:cNvSpPr/>
          <p:nvPr/>
        </p:nvSpPr>
        <p:spPr>
          <a:xfrm flipH="false" flipV="false" rot="0">
            <a:off x="268826" y="806478"/>
            <a:ext cx="10249593" cy="10287000"/>
          </a:xfrm>
          <a:custGeom>
            <a:avLst/>
            <a:gdLst/>
            <a:ahLst/>
            <a:cxnLst/>
            <a:rect r="r" b="b" t="t" l="l"/>
            <a:pathLst>
              <a:path h="10287000" w="10249593">
                <a:moveTo>
                  <a:pt x="0" y="0"/>
                </a:moveTo>
                <a:lnTo>
                  <a:pt x="10249593" y="0"/>
                </a:lnTo>
                <a:lnTo>
                  <a:pt x="10249593"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518419" y="596854"/>
            <a:ext cx="8005396" cy="3086100"/>
            <a:chOff x="0" y="0"/>
            <a:chExt cx="2108417" cy="812800"/>
          </a:xfrm>
        </p:grpSpPr>
        <p:sp>
          <p:nvSpPr>
            <p:cNvPr name="Freeform 4" id="4"/>
            <p:cNvSpPr/>
            <p:nvPr/>
          </p:nvSpPr>
          <p:spPr>
            <a:xfrm flipH="false" flipV="false" rot="0">
              <a:off x="0" y="0"/>
              <a:ext cx="2108417" cy="812800"/>
            </a:xfrm>
            <a:custGeom>
              <a:avLst/>
              <a:gdLst/>
              <a:ahLst/>
              <a:cxnLst/>
              <a:rect r="r" b="b" t="t" l="l"/>
              <a:pathLst>
                <a:path h="812800" w="2108417">
                  <a:moveTo>
                    <a:pt x="0" y="0"/>
                  </a:moveTo>
                  <a:lnTo>
                    <a:pt x="2108417" y="0"/>
                  </a:lnTo>
                  <a:lnTo>
                    <a:pt x="2108417" y="812800"/>
                  </a:lnTo>
                  <a:lnTo>
                    <a:pt x="0" y="812800"/>
                  </a:lnTo>
                  <a:close/>
                </a:path>
              </a:pathLst>
            </a:custGeom>
            <a:solidFill>
              <a:srgbClr val="3C7F72"/>
            </a:solidFill>
          </p:spPr>
        </p:sp>
        <p:sp>
          <p:nvSpPr>
            <p:cNvPr name="TextBox 5" id="5"/>
            <p:cNvSpPr txBox="true"/>
            <p:nvPr/>
          </p:nvSpPr>
          <p:spPr>
            <a:xfrm>
              <a:off x="0" y="-95250"/>
              <a:ext cx="2108417" cy="908050"/>
            </a:xfrm>
            <a:prstGeom prst="rect">
              <a:avLst/>
            </a:prstGeom>
          </p:spPr>
          <p:txBody>
            <a:bodyPr anchor="ctr" rtlCol="false" tIns="50800" lIns="50800" bIns="50800" rIns="50800"/>
            <a:lstStyle/>
            <a:p>
              <a:pPr algn="ctr">
                <a:lnSpc>
                  <a:spcPts val="3657"/>
                </a:lnSpc>
              </a:pPr>
            </a:p>
          </p:txBody>
        </p:sp>
      </p:grpSp>
      <p:sp>
        <p:nvSpPr>
          <p:cNvPr name="TextBox 6" id="6"/>
          <p:cNvSpPr txBox="true"/>
          <p:nvPr/>
        </p:nvSpPr>
        <p:spPr>
          <a:xfrm rot="0">
            <a:off x="10518419" y="1181100"/>
            <a:ext cx="6740881" cy="2070007"/>
          </a:xfrm>
          <a:prstGeom prst="rect">
            <a:avLst/>
          </a:prstGeom>
        </p:spPr>
        <p:txBody>
          <a:bodyPr anchor="t" rtlCol="false" tIns="0" lIns="0" bIns="0" rIns="0">
            <a:spAutoFit/>
          </a:bodyPr>
          <a:lstStyle/>
          <a:p>
            <a:pPr algn="r">
              <a:lnSpc>
                <a:spcPts val="7996"/>
              </a:lnSpc>
            </a:pPr>
            <a:r>
              <a:rPr lang="en-US" sz="7996">
                <a:solidFill>
                  <a:srgbClr val="FDF9ED"/>
                </a:solidFill>
                <a:latin typeface="Loubag"/>
                <a:ea typeface="Loubag"/>
                <a:cs typeface="Loubag"/>
                <a:sym typeface="Loubag"/>
              </a:rPr>
              <a:t>Problem Statement</a:t>
            </a:r>
          </a:p>
        </p:txBody>
      </p:sp>
      <p:sp>
        <p:nvSpPr>
          <p:cNvPr name="TextBox 7" id="7"/>
          <p:cNvSpPr txBox="true"/>
          <p:nvPr/>
        </p:nvSpPr>
        <p:spPr>
          <a:xfrm rot="0">
            <a:off x="5043931" y="5216814"/>
            <a:ext cx="12215369" cy="2667581"/>
          </a:xfrm>
          <a:prstGeom prst="rect">
            <a:avLst/>
          </a:prstGeom>
        </p:spPr>
        <p:txBody>
          <a:bodyPr anchor="t" rtlCol="false" tIns="0" lIns="0" bIns="0" rIns="0">
            <a:spAutoFit/>
          </a:bodyPr>
          <a:lstStyle/>
          <a:p>
            <a:pPr algn="r">
              <a:lnSpc>
                <a:spcPts val="4167"/>
              </a:lnSpc>
            </a:pPr>
            <a:r>
              <a:rPr lang="en-US" sz="2977">
                <a:solidFill>
                  <a:srgbClr val="992800"/>
                </a:solidFill>
                <a:latin typeface="Kabel"/>
                <a:ea typeface="Kabel"/>
                <a:cs typeface="Kabel"/>
                <a:sym typeface="Kabel"/>
              </a:rPr>
              <a:t>Lorem ipsum dolor sit amet, consectetur adipiscing elit. </a:t>
            </a:r>
          </a:p>
          <a:p>
            <a:pPr algn="r">
              <a:lnSpc>
                <a:spcPts val="4167"/>
              </a:lnSpc>
            </a:pPr>
          </a:p>
          <a:p>
            <a:pPr algn="r">
              <a:lnSpc>
                <a:spcPts val="4167"/>
              </a:lnSpc>
            </a:pPr>
            <a:r>
              <a:rPr lang="en-US" sz="2977">
                <a:solidFill>
                  <a:srgbClr val="992800"/>
                </a:solidFill>
                <a:latin typeface="Kabel"/>
                <a:ea typeface="Kabel"/>
                <a:cs typeface="Kabel"/>
                <a:sym typeface="Kabel"/>
              </a:rPr>
              <a:t>Maecenas scelerisque sapien quam, et ornare tortor faucibus at. Nullam elementum dolor quis mollis eleifend. Sed in tempus quam. Donec augue tortor, suscipit sit amet cursus in, maximus sit amet tortor.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DF9ED"/>
        </a:solidFill>
      </p:bgPr>
    </p:bg>
    <p:spTree>
      <p:nvGrpSpPr>
        <p:cNvPr id="1" name=""/>
        <p:cNvGrpSpPr/>
        <p:nvPr/>
      </p:nvGrpSpPr>
      <p:grpSpPr>
        <a:xfrm>
          <a:off x="0" y="0"/>
          <a:ext cx="0" cy="0"/>
          <a:chOff x="0" y="0"/>
          <a:chExt cx="0" cy="0"/>
        </a:xfrm>
      </p:grpSpPr>
      <p:sp>
        <p:nvSpPr>
          <p:cNvPr name="Freeform 2" id="2"/>
          <p:cNvSpPr/>
          <p:nvPr/>
        </p:nvSpPr>
        <p:spPr>
          <a:xfrm flipH="false" flipV="true" rot="0">
            <a:off x="9144000" y="1064682"/>
            <a:ext cx="4701330" cy="1556783"/>
          </a:xfrm>
          <a:custGeom>
            <a:avLst/>
            <a:gdLst/>
            <a:ahLst/>
            <a:cxnLst/>
            <a:rect r="r" b="b" t="t" l="l"/>
            <a:pathLst>
              <a:path h="1556783" w="4701330">
                <a:moveTo>
                  <a:pt x="0" y="1556783"/>
                </a:moveTo>
                <a:lnTo>
                  <a:pt x="4701330" y="1556783"/>
                </a:lnTo>
                <a:lnTo>
                  <a:pt x="4701330" y="0"/>
                </a:lnTo>
                <a:lnTo>
                  <a:pt x="0" y="0"/>
                </a:lnTo>
                <a:lnTo>
                  <a:pt x="0" y="1556783"/>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131203" y="3589900"/>
            <a:ext cx="1378620" cy="137862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F00"/>
            </a:solidFill>
          </p:spPr>
        </p:sp>
        <p:sp>
          <p:nvSpPr>
            <p:cNvPr name="TextBox 5" id="5"/>
            <p:cNvSpPr txBox="true"/>
            <p:nvPr/>
          </p:nvSpPr>
          <p:spPr>
            <a:xfrm>
              <a:off x="76200" y="-19050"/>
              <a:ext cx="660400" cy="755650"/>
            </a:xfrm>
            <a:prstGeom prst="rect">
              <a:avLst/>
            </a:prstGeom>
          </p:spPr>
          <p:txBody>
            <a:bodyPr anchor="ctr" rtlCol="false" tIns="50800" lIns="50800" bIns="50800" rIns="50800"/>
            <a:lstStyle/>
            <a:p>
              <a:pPr algn="ctr">
                <a:lnSpc>
                  <a:spcPts val="3657"/>
                </a:lnSpc>
              </a:pPr>
            </a:p>
          </p:txBody>
        </p:sp>
      </p:grpSp>
      <p:grpSp>
        <p:nvGrpSpPr>
          <p:cNvPr name="Group 6" id="6"/>
          <p:cNvGrpSpPr/>
          <p:nvPr/>
        </p:nvGrpSpPr>
        <p:grpSpPr>
          <a:xfrm rot="0">
            <a:off x="3382107" y="3840805"/>
            <a:ext cx="876812" cy="87681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34A24"/>
            </a:solidFill>
          </p:spPr>
        </p:sp>
        <p:sp>
          <p:nvSpPr>
            <p:cNvPr name="TextBox 8" id="8"/>
            <p:cNvSpPr txBox="true"/>
            <p:nvPr/>
          </p:nvSpPr>
          <p:spPr>
            <a:xfrm>
              <a:off x="76200" y="-19050"/>
              <a:ext cx="660400" cy="755650"/>
            </a:xfrm>
            <a:prstGeom prst="rect">
              <a:avLst/>
            </a:prstGeom>
          </p:spPr>
          <p:txBody>
            <a:bodyPr anchor="ctr" rtlCol="false" tIns="50800" lIns="50800" bIns="50800" rIns="50800"/>
            <a:lstStyle/>
            <a:p>
              <a:pPr algn="ctr">
                <a:lnSpc>
                  <a:spcPts val="3657"/>
                </a:lnSpc>
              </a:pPr>
            </a:p>
          </p:txBody>
        </p:sp>
      </p:grpSp>
      <p:grpSp>
        <p:nvGrpSpPr>
          <p:cNvPr name="Group 9" id="9"/>
          <p:cNvGrpSpPr/>
          <p:nvPr/>
        </p:nvGrpSpPr>
        <p:grpSpPr>
          <a:xfrm rot="0">
            <a:off x="3131203" y="5734790"/>
            <a:ext cx="1378620" cy="137862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F00"/>
            </a:solidFill>
          </p:spPr>
        </p:sp>
        <p:sp>
          <p:nvSpPr>
            <p:cNvPr name="TextBox 11" id="11"/>
            <p:cNvSpPr txBox="true"/>
            <p:nvPr/>
          </p:nvSpPr>
          <p:spPr>
            <a:xfrm>
              <a:off x="76200" y="-19050"/>
              <a:ext cx="660400" cy="755650"/>
            </a:xfrm>
            <a:prstGeom prst="rect">
              <a:avLst/>
            </a:prstGeom>
          </p:spPr>
          <p:txBody>
            <a:bodyPr anchor="ctr" rtlCol="false" tIns="50800" lIns="50800" bIns="50800" rIns="50800"/>
            <a:lstStyle/>
            <a:p>
              <a:pPr algn="ctr">
                <a:lnSpc>
                  <a:spcPts val="3657"/>
                </a:lnSpc>
              </a:pPr>
            </a:p>
          </p:txBody>
        </p:sp>
      </p:grpSp>
      <p:grpSp>
        <p:nvGrpSpPr>
          <p:cNvPr name="Group 12" id="12"/>
          <p:cNvGrpSpPr/>
          <p:nvPr/>
        </p:nvGrpSpPr>
        <p:grpSpPr>
          <a:xfrm rot="0">
            <a:off x="3382107" y="5985694"/>
            <a:ext cx="876812" cy="876812"/>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34A24"/>
            </a:solidFill>
          </p:spPr>
        </p:sp>
        <p:sp>
          <p:nvSpPr>
            <p:cNvPr name="TextBox 14" id="14"/>
            <p:cNvSpPr txBox="true"/>
            <p:nvPr/>
          </p:nvSpPr>
          <p:spPr>
            <a:xfrm>
              <a:off x="76200" y="-19050"/>
              <a:ext cx="660400" cy="755650"/>
            </a:xfrm>
            <a:prstGeom prst="rect">
              <a:avLst/>
            </a:prstGeom>
          </p:spPr>
          <p:txBody>
            <a:bodyPr anchor="ctr" rtlCol="false" tIns="50800" lIns="50800" bIns="50800" rIns="50800"/>
            <a:lstStyle/>
            <a:p>
              <a:pPr algn="ctr">
                <a:lnSpc>
                  <a:spcPts val="3657"/>
                </a:lnSpc>
              </a:pPr>
            </a:p>
          </p:txBody>
        </p:sp>
      </p:grpSp>
      <p:grpSp>
        <p:nvGrpSpPr>
          <p:cNvPr name="Group 15" id="15"/>
          <p:cNvGrpSpPr/>
          <p:nvPr/>
        </p:nvGrpSpPr>
        <p:grpSpPr>
          <a:xfrm rot="0">
            <a:off x="3131203" y="7879680"/>
            <a:ext cx="1378620" cy="137862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F00"/>
            </a:solidFill>
          </p:spPr>
        </p:sp>
        <p:sp>
          <p:nvSpPr>
            <p:cNvPr name="TextBox 17" id="17"/>
            <p:cNvSpPr txBox="true"/>
            <p:nvPr/>
          </p:nvSpPr>
          <p:spPr>
            <a:xfrm>
              <a:off x="76200" y="-19050"/>
              <a:ext cx="660400" cy="755650"/>
            </a:xfrm>
            <a:prstGeom prst="rect">
              <a:avLst/>
            </a:prstGeom>
          </p:spPr>
          <p:txBody>
            <a:bodyPr anchor="ctr" rtlCol="false" tIns="50800" lIns="50800" bIns="50800" rIns="50800"/>
            <a:lstStyle/>
            <a:p>
              <a:pPr algn="ctr">
                <a:lnSpc>
                  <a:spcPts val="3657"/>
                </a:lnSpc>
              </a:pPr>
            </a:p>
          </p:txBody>
        </p:sp>
      </p:grpSp>
      <p:grpSp>
        <p:nvGrpSpPr>
          <p:cNvPr name="Group 18" id="18"/>
          <p:cNvGrpSpPr/>
          <p:nvPr/>
        </p:nvGrpSpPr>
        <p:grpSpPr>
          <a:xfrm rot="0">
            <a:off x="3382107" y="8130584"/>
            <a:ext cx="876812" cy="876812"/>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34A24"/>
            </a:solidFill>
          </p:spPr>
        </p:sp>
        <p:sp>
          <p:nvSpPr>
            <p:cNvPr name="TextBox 20" id="20"/>
            <p:cNvSpPr txBox="true"/>
            <p:nvPr/>
          </p:nvSpPr>
          <p:spPr>
            <a:xfrm>
              <a:off x="76200" y="-19050"/>
              <a:ext cx="660400" cy="755650"/>
            </a:xfrm>
            <a:prstGeom prst="rect">
              <a:avLst/>
            </a:prstGeom>
          </p:spPr>
          <p:txBody>
            <a:bodyPr anchor="ctr" rtlCol="false" tIns="50800" lIns="50800" bIns="50800" rIns="50800"/>
            <a:lstStyle/>
            <a:p>
              <a:pPr algn="ctr">
                <a:lnSpc>
                  <a:spcPts val="3657"/>
                </a:lnSpc>
              </a:pPr>
            </a:p>
          </p:txBody>
        </p:sp>
      </p:grpSp>
      <p:sp>
        <p:nvSpPr>
          <p:cNvPr name="Freeform 21" id="21"/>
          <p:cNvSpPr/>
          <p:nvPr/>
        </p:nvSpPr>
        <p:spPr>
          <a:xfrm flipH="false" flipV="true" rot="0">
            <a:off x="13724194" y="769039"/>
            <a:ext cx="4701330" cy="1556783"/>
          </a:xfrm>
          <a:custGeom>
            <a:avLst/>
            <a:gdLst/>
            <a:ahLst/>
            <a:cxnLst/>
            <a:rect r="r" b="b" t="t" l="l"/>
            <a:pathLst>
              <a:path h="1556783" w="4701330">
                <a:moveTo>
                  <a:pt x="0" y="1556783"/>
                </a:moveTo>
                <a:lnTo>
                  <a:pt x="4701330" y="1556783"/>
                </a:lnTo>
                <a:lnTo>
                  <a:pt x="4701330" y="0"/>
                </a:lnTo>
                <a:lnTo>
                  <a:pt x="0" y="0"/>
                </a:lnTo>
                <a:lnTo>
                  <a:pt x="0" y="1556783"/>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2" id="22"/>
          <p:cNvGrpSpPr/>
          <p:nvPr/>
        </p:nvGrpSpPr>
        <p:grpSpPr>
          <a:xfrm rot="0">
            <a:off x="0" y="0"/>
            <a:ext cx="2073830" cy="10287000"/>
            <a:chOff x="0" y="0"/>
            <a:chExt cx="546194" cy="2709333"/>
          </a:xfrm>
        </p:grpSpPr>
        <p:sp>
          <p:nvSpPr>
            <p:cNvPr name="Freeform 23" id="23"/>
            <p:cNvSpPr/>
            <p:nvPr/>
          </p:nvSpPr>
          <p:spPr>
            <a:xfrm flipH="false" flipV="false" rot="0">
              <a:off x="0" y="0"/>
              <a:ext cx="546194" cy="2709333"/>
            </a:xfrm>
            <a:custGeom>
              <a:avLst/>
              <a:gdLst/>
              <a:ahLst/>
              <a:cxnLst/>
              <a:rect r="r" b="b" t="t" l="l"/>
              <a:pathLst>
                <a:path h="2709333" w="546194">
                  <a:moveTo>
                    <a:pt x="0" y="0"/>
                  </a:moveTo>
                  <a:lnTo>
                    <a:pt x="546194" y="0"/>
                  </a:lnTo>
                  <a:lnTo>
                    <a:pt x="546194" y="2709333"/>
                  </a:lnTo>
                  <a:lnTo>
                    <a:pt x="0" y="2709333"/>
                  </a:lnTo>
                  <a:close/>
                </a:path>
              </a:pathLst>
            </a:custGeom>
            <a:solidFill>
              <a:srgbClr val="D34A24"/>
            </a:solidFill>
          </p:spPr>
        </p:sp>
        <p:sp>
          <p:nvSpPr>
            <p:cNvPr name="TextBox 24" id="24"/>
            <p:cNvSpPr txBox="true"/>
            <p:nvPr/>
          </p:nvSpPr>
          <p:spPr>
            <a:xfrm>
              <a:off x="0" y="-95250"/>
              <a:ext cx="546194" cy="2804583"/>
            </a:xfrm>
            <a:prstGeom prst="rect">
              <a:avLst/>
            </a:prstGeom>
          </p:spPr>
          <p:txBody>
            <a:bodyPr anchor="ctr" rtlCol="false" tIns="50800" lIns="50800" bIns="50800" rIns="50800"/>
            <a:lstStyle/>
            <a:p>
              <a:pPr algn="ctr">
                <a:lnSpc>
                  <a:spcPts val="3657"/>
                </a:lnSpc>
              </a:pPr>
            </a:p>
          </p:txBody>
        </p:sp>
      </p:grpSp>
      <p:sp>
        <p:nvSpPr>
          <p:cNvPr name="TextBox 25" id="25"/>
          <p:cNvSpPr txBox="true"/>
          <p:nvPr/>
        </p:nvSpPr>
        <p:spPr>
          <a:xfrm rot="0">
            <a:off x="3131203" y="1082615"/>
            <a:ext cx="6337129" cy="1368518"/>
          </a:xfrm>
          <a:prstGeom prst="rect">
            <a:avLst/>
          </a:prstGeom>
        </p:spPr>
        <p:txBody>
          <a:bodyPr anchor="t" rtlCol="false" tIns="0" lIns="0" bIns="0" rIns="0">
            <a:spAutoFit/>
          </a:bodyPr>
          <a:lstStyle/>
          <a:p>
            <a:pPr algn="l">
              <a:lnSpc>
                <a:spcPts val="11194"/>
              </a:lnSpc>
              <a:spcBef>
                <a:spcPct val="0"/>
              </a:spcBef>
            </a:pPr>
            <a:r>
              <a:rPr lang="en-US" sz="7996">
                <a:solidFill>
                  <a:srgbClr val="3C7F72"/>
                </a:solidFill>
                <a:latin typeface="Loubag"/>
                <a:ea typeface="Loubag"/>
                <a:cs typeface="Loubag"/>
                <a:sym typeface="Loubag"/>
              </a:rPr>
              <a:t>S</a:t>
            </a:r>
            <a:r>
              <a:rPr lang="en-US" sz="7996">
                <a:solidFill>
                  <a:srgbClr val="3C7F72"/>
                </a:solidFill>
                <a:latin typeface="Loubag"/>
                <a:ea typeface="Loubag"/>
                <a:cs typeface="Loubag"/>
                <a:sym typeface="Loubag"/>
              </a:rPr>
              <a:t>olution</a:t>
            </a:r>
          </a:p>
        </p:txBody>
      </p:sp>
      <p:sp>
        <p:nvSpPr>
          <p:cNvPr name="TextBox 26" id="26"/>
          <p:cNvSpPr txBox="true"/>
          <p:nvPr/>
        </p:nvSpPr>
        <p:spPr>
          <a:xfrm rot="0">
            <a:off x="5233706" y="4025231"/>
            <a:ext cx="9642219" cy="9432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Lorem ipsum dolor sit amet, consectetur adipiscing elit. Maecenas scelerisque sapien quam, et ornare tortor faucibus at. </a:t>
            </a:r>
          </a:p>
        </p:txBody>
      </p:sp>
      <p:sp>
        <p:nvSpPr>
          <p:cNvPr name="TextBox 27" id="27"/>
          <p:cNvSpPr txBox="true"/>
          <p:nvPr/>
        </p:nvSpPr>
        <p:spPr>
          <a:xfrm rot="0">
            <a:off x="5233706" y="3494650"/>
            <a:ext cx="7473690" cy="486089"/>
          </a:xfrm>
          <a:prstGeom prst="rect">
            <a:avLst/>
          </a:prstGeom>
        </p:spPr>
        <p:txBody>
          <a:bodyPr anchor="t" rtlCol="false" tIns="0" lIns="0" bIns="0" rIns="0">
            <a:spAutoFit/>
          </a:bodyPr>
          <a:lstStyle/>
          <a:p>
            <a:pPr algn="l">
              <a:lnSpc>
                <a:spcPts val="3657"/>
              </a:lnSpc>
              <a:spcBef>
                <a:spcPct val="0"/>
              </a:spcBef>
            </a:pPr>
            <a:r>
              <a:rPr lang="en-US" b="true" sz="2612">
                <a:solidFill>
                  <a:srgbClr val="992800"/>
                </a:solidFill>
                <a:latin typeface="Kabel Ultra-Bold"/>
                <a:ea typeface="Kabel Ultra-Bold"/>
                <a:cs typeface="Kabel Ultra-Bold"/>
                <a:sym typeface="Kabel Ultra-Bold"/>
              </a:rPr>
              <a:t>Our Product</a:t>
            </a:r>
          </a:p>
        </p:txBody>
      </p:sp>
      <p:sp>
        <p:nvSpPr>
          <p:cNvPr name="TextBox 28" id="28"/>
          <p:cNvSpPr txBox="true"/>
          <p:nvPr/>
        </p:nvSpPr>
        <p:spPr>
          <a:xfrm rot="0">
            <a:off x="5233706" y="6170121"/>
            <a:ext cx="9642219" cy="9432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Lorem ipsum dolor sit amet, consectetur adipiscing elit. Maecenas scelerisque sapien quam, et ornare tortor faucibus at. </a:t>
            </a:r>
          </a:p>
        </p:txBody>
      </p:sp>
      <p:sp>
        <p:nvSpPr>
          <p:cNvPr name="TextBox 29" id="29"/>
          <p:cNvSpPr txBox="true"/>
          <p:nvPr/>
        </p:nvSpPr>
        <p:spPr>
          <a:xfrm rot="0">
            <a:off x="5233706" y="5639540"/>
            <a:ext cx="7473690" cy="486089"/>
          </a:xfrm>
          <a:prstGeom prst="rect">
            <a:avLst/>
          </a:prstGeom>
        </p:spPr>
        <p:txBody>
          <a:bodyPr anchor="t" rtlCol="false" tIns="0" lIns="0" bIns="0" rIns="0">
            <a:spAutoFit/>
          </a:bodyPr>
          <a:lstStyle/>
          <a:p>
            <a:pPr algn="l">
              <a:lnSpc>
                <a:spcPts val="3657"/>
              </a:lnSpc>
              <a:spcBef>
                <a:spcPct val="0"/>
              </a:spcBef>
            </a:pPr>
            <a:r>
              <a:rPr lang="en-US" b="true" sz="2612">
                <a:solidFill>
                  <a:srgbClr val="992800"/>
                </a:solidFill>
                <a:latin typeface="Kabel Ultra-Bold"/>
                <a:ea typeface="Kabel Ultra-Bold"/>
                <a:cs typeface="Kabel Ultra-Bold"/>
                <a:sym typeface="Kabel Ultra-Bold"/>
              </a:rPr>
              <a:t>How this Product Solves the Problem</a:t>
            </a:r>
          </a:p>
        </p:txBody>
      </p:sp>
      <p:sp>
        <p:nvSpPr>
          <p:cNvPr name="TextBox 30" id="30"/>
          <p:cNvSpPr txBox="true"/>
          <p:nvPr/>
        </p:nvSpPr>
        <p:spPr>
          <a:xfrm rot="0">
            <a:off x="5233706" y="8313874"/>
            <a:ext cx="9642219" cy="9432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Lorem ipsum dolor sit amet, consectetur adipiscing elit. Maecenas scelerisque sapien quam, et ornare tortor faucibus at. </a:t>
            </a:r>
          </a:p>
        </p:txBody>
      </p:sp>
      <p:sp>
        <p:nvSpPr>
          <p:cNvPr name="TextBox 31" id="31"/>
          <p:cNvSpPr txBox="true"/>
          <p:nvPr/>
        </p:nvSpPr>
        <p:spPr>
          <a:xfrm rot="0">
            <a:off x="5233706" y="7780160"/>
            <a:ext cx="7473690" cy="486089"/>
          </a:xfrm>
          <a:prstGeom prst="rect">
            <a:avLst/>
          </a:prstGeom>
        </p:spPr>
        <p:txBody>
          <a:bodyPr anchor="t" rtlCol="false" tIns="0" lIns="0" bIns="0" rIns="0">
            <a:spAutoFit/>
          </a:bodyPr>
          <a:lstStyle/>
          <a:p>
            <a:pPr algn="l">
              <a:lnSpc>
                <a:spcPts val="3657"/>
              </a:lnSpc>
              <a:spcBef>
                <a:spcPct val="0"/>
              </a:spcBef>
            </a:pPr>
            <a:r>
              <a:rPr lang="en-US" b="true" sz="2612">
                <a:solidFill>
                  <a:srgbClr val="992800"/>
                </a:solidFill>
                <a:latin typeface="Kabel Ultra-Bold"/>
                <a:ea typeface="Kabel Ultra-Bold"/>
                <a:cs typeface="Kabel Ultra-Bold"/>
                <a:sym typeface="Kabel Ultra-Bold"/>
              </a:rPr>
              <a:t>Unique Valu</a:t>
            </a:r>
            <a:r>
              <a:rPr lang="en-US" b="true" sz="2612">
                <a:solidFill>
                  <a:srgbClr val="992800"/>
                </a:solidFill>
                <a:latin typeface="Kabel Ultra-Bold"/>
                <a:ea typeface="Kabel Ultra-Bold"/>
                <a:cs typeface="Kabel Ultra-Bold"/>
                <a:sym typeface="Kabel Ultra-Bold"/>
              </a:rPr>
              <a:t>e Proposition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DF9ED"/>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2826976" y="2577855"/>
            <a:ext cx="5285903" cy="5029648"/>
          </a:xfrm>
          <a:prstGeom prst="rect">
            <a:avLst/>
          </a:prstGeom>
        </p:spPr>
      </p:pic>
      <p:grpSp>
        <p:nvGrpSpPr>
          <p:cNvPr name="Group 3" id="3"/>
          <p:cNvGrpSpPr/>
          <p:nvPr/>
        </p:nvGrpSpPr>
        <p:grpSpPr>
          <a:xfrm rot="0">
            <a:off x="10571992" y="5165190"/>
            <a:ext cx="7716008" cy="1625108"/>
            <a:chOff x="0" y="0"/>
            <a:chExt cx="2032200" cy="428012"/>
          </a:xfrm>
        </p:grpSpPr>
        <p:sp>
          <p:nvSpPr>
            <p:cNvPr name="Freeform 4" id="4"/>
            <p:cNvSpPr/>
            <p:nvPr/>
          </p:nvSpPr>
          <p:spPr>
            <a:xfrm flipH="false" flipV="false" rot="0">
              <a:off x="0" y="0"/>
              <a:ext cx="2032200" cy="428012"/>
            </a:xfrm>
            <a:custGeom>
              <a:avLst/>
              <a:gdLst/>
              <a:ahLst/>
              <a:cxnLst/>
              <a:rect r="r" b="b" t="t" l="l"/>
              <a:pathLst>
                <a:path h="428012" w="2032200">
                  <a:moveTo>
                    <a:pt x="0" y="0"/>
                  </a:moveTo>
                  <a:lnTo>
                    <a:pt x="2032200" y="0"/>
                  </a:lnTo>
                  <a:lnTo>
                    <a:pt x="2032200" y="428012"/>
                  </a:lnTo>
                  <a:lnTo>
                    <a:pt x="0" y="428012"/>
                  </a:lnTo>
                  <a:close/>
                </a:path>
              </a:pathLst>
            </a:custGeom>
            <a:solidFill>
              <a:srgbClr val="992800"/>
            </a:solidFill>
          </p:spPr>
        </p:sp>
        <p:sp>
          <p:nvSpPr>
            <p:cNvPr name="TextBox 5" id="5"/>
            <p:cNvSpPr txBox="true"/>
            <p:nvPr/>
          </p:nvSpPr>
          <p:spPr>
            <a:xfrm>
              <a:off x="0" y="-95250"/>
              <a:ext cx="2032200" cy="523262"/>
            </a:xfrm>
            <a:prstGeom prst="rect">
              <a:avLst/>
            </a:prstGeom>
          </p:spPr>
          <p:txBody>
            <a:bodyPr anchor="ctr" rtlCol="false" tIns="50800" lIns="50800" bIns="50800" rIns="50800"/>
            <a:lstStyle/>
            <a:p>
              <a:pPr algn="ctr">
                <a:lnSpc>
                  <a:spcPts val="3657"/>
                </a:lnSpc>
              </a:pPr>
            </a:p>
          </p:txBody>
        </p:sp>
      </p:grpSp>
      <p:grpSp>
        <p:nvGrpSpPr>
          <p:cNvPr name="Group 6" id="6"/>
          <p:cNvGrpSpPr/>
          <p:nvPr/>
        </p:nvGrpSpPr>
        <p:grpSpPr>
          <a:xfrm rot="0">
            <a:off x="10918613" y="7107226"/>
            <a:ext cx="891840" cy="89184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F00"/>
            </a:solidFill>
          </p:spPr>
        </p:sp>
        <p:sp>
          <p:nvSpPr>
            <p:cNvPr name="TextBox 8" id="8"/>
            <p:cNvSpPr txBox="true"/>
            <p:nvPr/>
          </p:nvSpPr>
          <p:spPr>
            <a:xfrm>
              <a:off x="76200" y="-19050"/>
              <a:ext cx="660400" cy="755650"/>
            </a:xfrm>
            <a:prstGeom prst="rect">
              <a:avLst/>
            </a:prstGeom>
          </p:spPr>
          <p:txBody>
            <a:bodyPr anchor="ctr" rtlCol="false" tIns="50800" lIns="50800" bIns="50800" rIns="50800"/>
            <a:lstStyle/>
            <a:p>
              <a:pPr algn="ctr">
                <a:lnSpc>
                  <a:spcPts val="3657"/>
                </a:lnSpc>
              </a:pPr>
            </a:p>
          </p:txBody>
        </p:sp>
      </p:grpSp>
      <p:grpSp>
        <p:nvGrpSpPr>
          <p:cNvPr name="Group 9" id="9"/>
          <p:cNvGrpSpPr/>
          <p:nvPr/>
        </p:nvGrpSpPr>
        <p:grpSpPr>
          <a:xfrm rot="0">
            <a:off x="801456" y="7328213"/>
            <a:ext cx="7554683" cy="2412688"/>
            <a:chOff x="0" y="0"/>
            <a:chExt cx="1989711" cy="635441"/>
          </a:xfrm>
        </p:grpSpPr>
        <p:sp>
          <p:nvSpPr>
            <p:cNvPr name="Freeform 10" id="10"/>
            <p:cNvSpPr/>
            <p:nvPr/>
          </p:nvSpPr>
          <p:spPr>
            <a:xfrm flipH="false" flipV="false" rot="0">
              <a:off x="0" y="0"/>
              <a:ext cx="1989711" cy="635441"/>
            </a:xfrm>
            <a:custGeom>
              <a:avLst/>
              <a:gdLst/>
              <a:ahLst/>
              <a:cxnLst/>
              <a:rect r="r" b="b" t="t" l="l"/>
              <a:pathLst>
                <a:path h="635441" w="1989711">
                  <a:moveTo>
                    <a:pt x="74809" y="0"/>
                  </a:moveTo>
                  <a:lnTo>
                    <a:pt x="1914902" y="0"/>
                  </a:lnTo>
                  <a:cubicBezTo>
                    <a:pt x="1956217" y="0"/>
                    <a:pt x="1989711" y="33493"/>
                    <a:pt x="1989711" y="74809"/>
                  </a:cubicBezTo>
                  <a:lnTo>
                    <a:pt x="1989711" y="560631"/>
                  </a:lnTo>
                  <a:cubicBezTo>
                    <a:pt x="1989711" y="601947"/>
                    <a:pt x="1956217" y="635441"/>
                    <a:pt x="1914902" y="635441"/>
                  </a:cubicBezTo>
                  <a:lnTo>
                    <a:pt x="74809" y="635441"/>
                  </a:lnTo>
                  <a:cubicBezTo>
                    <a:pt x="33493" y="635441"/>
                    <a:pt x="0" y="601947"/>
                    <a:pt x="0" y="560631"/>
                  </a:cubicBezTo>
                  <a:lnTo>
                    <a:pt x="0" y="74809"/>
                  </a:lnTo>
                  <a:cubicBezTo>
                    <a:pt x="0" y="33493"/>
                    <a:pt x="33493" y="0"/>
                    <a:pt x="74809" y="0"/>
                  </a:cubicBezTo>
                  <a:close/>
                </a:path>
              </a:pathLst>
            </a:custGeom>
            <a:solidFill>
              <a:srgbClr val="D34A24"/>
            </a:solidFill>
          </p:spPr>
        </p:sp>
        <p:sp>
          <p:nvSpPr>
            <p:cNvPr name="TextBox 11" id="11"/>
            <p:cNvSpPr txBox="true"/>
            <p:nvPr/>
          </p:nvSpPr>
          <p:spPr>
            <a:xfrm>
              <a:off x="0" y="-95250"/>
              <a:ext cx="1989711" cy="730691"/>
            </a:xfrm>
            <a:prstGeom prst="rect">
              <a:avLst/>
            </a:prstGeom>
          </p:spPr>
          <p:txBody>
            <a:bodyPr anchor="ctr" rtlCol="false" tIns="50800" lIns="50800" bIns="50800" rIns="50800"/>
            <a:lstStyle/>
            <a:p>
              <a:pPr algn="ctr">
                <a:lnSpc>
                  <a:spcPts val="3657"/>
                </a:lnSpc>
              </a:pPr>
            </a:p>
          </p:txBody>
        </p:sp>
      </p:grpSp>
      <p:sp>
        <p:nvSpPr>
          <p:cNvPr name="TextBox 12" id="12"/>
          <p:cNvSpPr txBox="true"/>
          <p:nvPr/>
        </p:nvSpPr>
        <p:spPr>
          <a:xfrm rot="0">
            <a:off x="1028700" y="876300"/>
            <a:ext cx="13694511" cy="1368518"/>
          </a:xfrm>
          <a:prstGeom prst="rect">
            <a:avLst/>
          </a:prstGeom>
        </p:spPr>
        <p:txBody>
          <a:bodyPr anchor="t" rtlCol="false" tIns="0" lIns="0" bIns="0" rIns="0">
            <a:spAutoFit/>
          </a:bodyPr>
          <a:lstStyle/>
          <a:p>
            <a:pPr algn="l">
              <a:lnSpc>
                <a:spcPts val="11194"/>
              </a:lnSpc>
              <a:spcBef>
                <a:spcPct val="0"/>
              </a:spcBef>
            </a:pPr>
            <a:r>
              <a:rPr lang="en-US" sz="7996">
                <a:solidFill>
                  <a:srgbClr val="3C7F72"/>
                </a:solidFill>
                <a:latin typeface="Loubag"/>
                <a:ea typeface="Loubag"/>
                <a:cs typeface="Loubag"/>
                <a:sym typeface="Loubag"/>
              </a:rPr>
              <a:t>Marke</a:t>
            </a:r>
            <a:r>
              <a:rPr lang="en-US" sz="7996">
                <a:solidFill>
                  <a:srgbClr val="3C7F72"/>
                </a:solidFill>
                <a:latin typeface="Loubag"/>
                <a:ea typeface="Loubag"/>
                <a:cs typeface="Loubag"/>
                <a:sym typeface="Loubag"/>
              </a:rPr>
              <a:t>t Opportunity</a:t>
            </a:r>
          </a:p>
        </p:txBody>
      </p:sp>
      <p:grpSp>
        <p:nvGrpSpPr>
          <p:cNvPr name="Group 13" id="13"/>
          <p:cNvGrpSpPr/>
          <p:nvPr/>
        </p:nvGrpSpPr>
        <p:grpSpPr>
          <a:xfrm rot="0">
            <a:off x="10918613" y="3947619"/>
            <a:ext cx="891840" cy="869940"/>
            <a:chOff x="0" y="0"/>
            <a:chExt cx="812800" cy="792841"/>
          </a:xfrm>
        </p:grpSpPr>
        <p:sp>
          <p:nvSpPr>
            <p:cNvPr name="Freeform 14" id="14"/>
            <p:cNvSpPr/>
            <p:nvPr/>
          </p:nvSpPr>
          <p:spPr>
            <a:xfrm flipH="false" flipV="false" rot="0">
              <a:off x="0" y="0"/>
              <a:ext cx="812800" cy="792841"/>
            </a:xfrm>
            <a:custGeom>
              <a:avLst/>
              <a:gdLst/>
              <a:ahLst/>
              <a:cxnLst/>
              <a:rect r="r" b="b" t="t" l="l"/>
              <a:pathLst>
                <a:path h="792841" w="812800">
                  <a:moveTo>
                    <a:pt x="406400" y="0"/>
                  </a:moveTo>
                  <a:cubicBezTo>
                    <a:pt x="181951" y="0"/>
                    <a:pt x="0" y="177483"/>
                    <a:pt x="0" y="396420"/>
                  </a:cubicBezTo>
                  <a:cubicBezTo>
                    <a:pt x="0" y="615357"/>
                    <a:pt x="181951" y="792841"/>
                    <a:pt x="406400" y="792841"/>
                  </a:cubicBezTo>
                  <a:cubicBezTo>
                    <a:pt x="630849" y="792841"/>
                    <a:pt x="812800" y="615357"/>
                    <a:pt x="812800" y="396420"/>
                  </a:cubicBezTo>
                  <a:cubicBezTo>
                    <a:pt x="812800" y="177483"/>
                    <a:pt x="630849" y="0"/>
                    <a:pt x="406400" y="0"/>
                  </a:cubicBezTo>
                  <a:close/>
                </a:path>
              </a:pathLst>
            </a:custGeom>
            <a:solidFill>
              <a:srgbClr val="FFAF00"/>
            </a:solidFill>
          </p:spPr>
        </p:sp>
        <p:sp>
          <p:nvSpPr>
            <p:cNvPr name="TextBox 15" id="15"/>
            <p:cNvSpPr txBox="true"/>
            <p:nvPr/>
          </p:nvSpPr>
          <p:spPr>
            <a:xfrm>
              <a:off x="76200" y="-20921"/>
              <a:ext cx="660400" cy="739433"/>
            </a:xfrm>
            <a:prstGeom prst="rect">
              <a:avLst/>
            </a:prstGeom>
          </p:spPr>
          <p:txBody>
            <a:bodyPr anchor="ctr" rtlCol="false" tIns="50800" lIns="50800" bIns="50800" rIns="50800"/>
            <a:lstStyle/>
            <a:p>
              <a:pPr algn="ctr">
                <a:lnSpc>
                  <a:spcPts val="3657"/>
                </a:lnSpc>
              </a:pPr>
            </a:p>
          </p:txBody>
        </p:sp>
      </p:grpSp>
      <p:sp>
        <p:nvSpPr>
          <p:cNvPr name="TextBox 16" id="16"/>
          <p:cNvSpPr txBox="true"/>
          <p:nvPr/>
        </p:nvSpPr>
        <p:spPr>
          <a:xfrm rot="0">
            <a:off x="12187121" y="4047789"/>
            <a:ext cx="5072179" cy="9432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Lorem ipsum dolor sit amet, consectetur adipiscing elit. </a:t>
            </a:r>
          </a:p>
        </p:txBody>
      </p:sp>
      <p:sp>
        <p:nvSpPr>
          <p:cNvPr name="TextBox 17" id="17"/>
          <p:cNvSpPr txBox="true"/>
          <p:nvPr/>
        </p:nvSpPr>
        <p:spPr>
          <a:xfrm rot="0">
            <a:off x="12187121" y="3656950"/>
            <a:ext cx="4578555" cy="4860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Lorem ipsum </a:t>
            </a:r>
          </a:p>
        </p:txBody>
      </p:sp>
      <p:grpSp>
        <p:nvGrpSpPr>
          <p:cNvPr name="Group 18" id="18"/>
          <p:cNvGrpSpPr/>
          <p:nvPr/>
        </p:nvGrpSpPr>
        <p:grpSpPr>
          <a:xfrm rot="0">
            <a:off x="10918613" y="5531824"/>
            <a:ext cx="891840" cy="89184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F00"/>
            </a:solidFill>
          </p:spPr>
        </p:sp>
        <p:sp>
          <p:nvSpPr>
            <p:cNvPr name="TextBox 20" id="20"/>
            <p:cNvSpPr txBox="true"/>
            <p:nvPr/>
          </p:nvSpPr>
          <p:spPr>
            <a:xfrm>
              <a:off x="76200" y="-19050"/>
              <a:ext cx="660400" cy="755650"/>
            </a:xfrm>
            <a:prstGeom prst="rect">
              <a:avLst/>
            </a:prstGeom>
          </p:spPr>
          <p:txBody>
            <a:bodyPr anchor="ctr" rtlCol="false" tIns="50800" lIns="50800" bIns="50800" rIns="50800"/>
            <a:lstStyle/>
            <a:p>
              <a:pPr algn="ctr">
                <a:lnSpc>
                  <a:spcPts val="3657"/>
                </a:lnSpc>
              </a:pPr>
            </a:p>
          </p:txBody>
        </p:sp>
      </p:grpSp>
      <p:sp>
        <p:nvSpPr>
          <p:cNvPr name="TextBox 21" id="21"/>
          <p:cNvSpPr txBox="true"/>
          <p:nvPr/>
        </p:nvSpPr>
        <p:spPr>
          <a:xfrm rot="0">
            <a:off x="12187121" y="5653894"/>
            <a:ext cx="5072179" cy="943289"/>
          </a:xfrm>
          <a:prstGeom prst="rect">
            <a:avLst/>
          </a:prstGeom>
        </p:spPr>
        <p:txBody>
          <a:bodyPr anchor="t" rtlCol="false" tIns="0" lIns="0" bIns="0" rIns="0">
            <a:spAutoFit/>
          </a:bodyPr>
          <a:lstStyle/>
          <a:p>
            <a:pPr algn="l">
              <a:lnSpc>
                <a:spcPts val="3657"/>
              </a:lnSpc>
              <a:spcBef>
                <a:spcPct val="0"/>
              </a:spcBef>
            </a:pPr>
            <a:r>
              <a:rPr lang="en-US" sz="2612">
                <a:solidFill>
                  <a:srgbClr val="FDF9ED"/>
                </a:solidFill>
                <a:latin typeface="Kabel"/>
                <a:ea typeface="Kabel"/>
                <a:cs typeface="Kabel"/>
                <a:sym typeface="Kabel"/>
              </a:rPr>
              <a:t>Lorem ipsum dolor sit amet, consectetur adipiscing elit. </a:t>
            </a:r>
          </a:p>
        </p:txBody>
      </p:sp>
      <p:sp>
        <p:nvSpPr>
          <p:cNvPr name="TextBox 22" id="22"/>
          <p:cNvSpPr txBox="true"/>
          <p:nvPr/>
        </p:nvSpPr>
        <p:spPr>
          <a:xfrm rot="0">
            <a:off x="12187121" y="5263055"/>
            <a:ext cx="4578555" cy="486089"/>
          </a:xfrm>
          <a:prstGeom prst="rect">
            <a:avLst/>
          </a:prstGeom>
        </p:spPr>
        <p:txBody>
          <a:bodyPr anchor="t" rtlCol="false" tIns="0" lIns="0" bIns="0" rIns="0">
            <a:spAutoFit/>
          </a:bodyPr>
          <a:lstStyle/>
          <a:p>
            <a:pPr algn="l">
              <a:lnSpc>
                <a:spcPts val="3657"/>
              </a:lnSpc>
              <a:spcBef>
                <a:spcPct val="0"/>
              </a:spcBef>
            </a:pPr>
            <a:r>
              <a:rPr lang="en-US" sz="2612">
                <a:solidFill>
                  <a:srgbClr val="FDF9ED"/>
                </a:solidFill>
                <a:latin typeface="Kabel"/>
                <a:ea typeface="Kabel"/>
                <a:cs typeface="Kabel"/>
                <a:sym typeface="Kabel"/>
              </a:rPr>
              <a:t>Lorem ipsum </a:t>
            </a:r>
          </a:p>
        </p:txBody>
      </p:sp>
      <p:sp>
        <p:nvSpPr>
          <p:cNvPr name="TextBox 23" id="23"/>
          <p:cNvSpPr txBox="true"/>
          <p:nvPr/>
        </p:nvSpPr>
        <p:spPr>
          <a:xfrm rot="0">
            <a:off x="12187121" y="7225629"/>
            <a:ext cx="5072179" cy="9432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Lorem ipsum dolor sit amet, consectetur adipiscing elit. </a:t>
            </a:r>
          </a:p>
        </p:txBody>
      </p:sp>
      <p:sp>
        <p:nvSpPr>
          <p:cNvPr name="TextBox 24" id="24"/>
          <p:cNvSpPr txBox="true"/>
          <p:nvPr/>
        </p:nvSpPr>
        <p:spPr>
          <a:xfrm rot="0">
            <a:off x="12187121" y="6842124"/>
            <a:ext cx="4578555" cy="4860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Lorem ipsum </a:t>
            </a:r>
          </a:p>
        </p:txBody>
      </p:sp>
      <p:sp>
        <p:nvSpPr>
          <p:cNvPr name="TextBox 25" id="25"/>
          <p:cNvSpPr txBox="true"/>
          <p:nvPr/>
        </p:nvSpPr>
        <p:spPr>
          <a:xfrm rot="0">
            <a:off x="1496999" y="7843286"/>
            <a:ext cx="6175388" cy="1400489"/>
          </a:xfrm>
          <a:prstGeom prst="rect">
            <a:avLst/>
          </a:prstGeom>
        </p:spPr>
        <p:txBody>
          <a:bodyPr anchor="t" rtlCol="false" tIns="0" lIns="0" bIns="0" rIns="0">
            <a:spAutoFit/>
          </a:bodyPr>
          <a:lstStyle/>
          <a:p>
            <a:pPr algn="l">
              <a:lnSpc>
                <a:spcPts val="3657"/>
              </a:lnSpc>
              <a:spcBef>
                <a:spcPct val="0"/>
              </a:spcBef>
            </a:pPr>
            <a:r>
              <a:rPr lang="en-US" sz="2612">
                <a:solidFill>
                  <a:srgbClr val="FDF9ED"/>
                </a:solidFill>
                <a:latin typeface="Kabel"/>
                <a:ea typeface="Kabel"/>
                <a:cs typeface="Kabel"/>
                <a:sym typeface="Kabel"/>
              </a:rPr>
              <a:t>Lorem ipsum dolor sit amet, consectetur adipiscing elit. Maecenas scelerisque sapien quam, et ornare tortor faucibus at.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DF9ED"/>
        </a:solidFill>
      </p:bgPr>
    </p:bg>
    <p:spTree>
      <p:nvGrpSpPr>
        <p:cNvPr id="1" name=""/>
        <p:cNvGrpSpPr/>
        <p:nvPr/>
      </p:nvGrpSpPr>
      <p:grpSpPr>
        <a:xfrm>
          <a:off x="0" y="0"/>
          <a:ext cx="0" cy="0"/>
          <a:chOff x="0" y="0"/>
          <a:chExt cx="0" cy="0"/>
        </a:xfrm>
      </p:grpSpPr>
      <p:sp>
        <p:nvSpPr>
          <p:cNvPr name="Freeform 2" id="2"/>
          <p:cNvSpPr/>
          <p:nvPr/>
        </p:nvSpPr>
        <p:spPr>
          <a:xfrm flipH="false" flipV="false" rot="0">
            <a:off x="1466853" y="-423997"/>
            <a:ext cx="4032696" cy="13949578"/>
          </a:xfrm>
          <a:custGeom>
            <a:avLst/>
            <a:gdLst/>
            <a:ahLst/>
            <a:cxnLst/>
            <a:rect r="r" b="b" t="t" l="l"/>
            <a:pathLst>
              <a:path h="13949578" w="4032696">
                <a:moveTo>
                  <a:pt x="0" y="0"/>
                </a:moveTo>
                <a:lnTo>
                  <a:pt x="4032696" y="0"/>
                </a:lnTo>
                <a:lnTo>
                  <a:pt x="4032696" y="13949578"/>
                </a:lnTo>
                <a:lnTo>
                  <a:pt x="0" y="139495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07990" y="-238070"/>
            <a:ext cx="2177123" cy="10729771"/>
            <a:chOff x="0" y="0"/>
            <a:chExt cx="573399" cy="2825948"/>
          </a:xfrm>
        </p:grpSpPr>
        <p:sp>
          <p:nvSpPr>
            <p:cNvPr name="Freeform 4" id="4"/>
            <p:cNvSpPr/>
            <p:nvPr/>
          </p:nvSpPr>
          <p:spPr>
            <a:xfrm flipH="false" flipV="false" rot="0">
              <a:off x="0" y="0"/>
              <a:ext cx="573399" cy="2825948"/>
            </a:xfrm>
            <a:custGeom>
              <a:avLst/>
              <a:gdLst/>
              <a:ahLst/>
              <a:cxnLst/>
              <a:rect r="r" b="b" t="t" l="l"/>
              <a:pathLst>
                <a:path h="2825948" w="573399">
                  <a:moveTo>
                    <a:pt x="0" y="0"/>
                  </a:moveTo>
                  <a:lnTo>
                    <a:pt x="573399" y="0"/>
                  </a:lnTo>
                  <a:lnTo>
                    <a:pt x="573399" y="2825948"/>
                  </a:lnTo>
                  <a:lnTo>
                    <a:pt x="0" y="2825948"/>
                  </a:lnTo>
                  <a:close/>
                </a:path>
              </a:pathLst>
            </a:custGeom>
            <a:solidFill>
              <a:srgbClr val="3C7F72"/>
            </a:solidFill>
          </p:spPr>
        </p:sp>
        <p:sp>
          <p:nvSpPr>
            <p:cNvPr name="TextBox 5" id="5"/>
            <p:cNvSpPr txBox="true"/>
            <p:nvPr/>
          </p:nvSpPr>
          <p:spPr>
            <a:xfrm>
              <a:off x="0" y="-95250"/>
              <a:ext cx="573399" cy="2921198"/>
            </a:xfrm>
            <a:prstGeom prst="rect">
              <a:avLst/>
            </a:prstGeom>
          </p:spPr>
          <p:txBody>
            <a:bodyPr anchor="ctr" rtlCol="false" tIns="50800" lIns="50800" bIns="50800" rIns="50800"/>
            <a:lstStyle/>
            <a:p>
              <a:pPr algn="ctr">
                <a:lnSpc>
                  <a:spcPts val="3657"/>
                </a:lnSpc>
              </a:pPr>
            </a:p>
          </p:txBody>
        </p:sp>
      </p:grpSp>
      <p:sp>
        <p:nvSpPr>
          <p:cNvPr name="TextBox 6" id="6"/>
          <p:cNvSpPr txBox="true"/>
          <p:nvPr/>
        </p:nvSpPr>
        <p:spPr>
          <a:xfrm rot="0">
            <a:off x="7040344" y="895350"/>
            <a:ext cx="8184509" cy="1112585"/>
          </a:xfrm>
          <a:prstGeom prst="rect">
            <a:avLst/>
          </a:prstGeom>
        </p:spPr>
        <p:txBody>
          <a:bodyPr anchor="t" rtlCol="false" tIns="0" lIns="0" bIns="0" rIns="0">
            <a:spAutoFit/>
          </a:bodyPr>
          <a:lstStyle/>
          <a:p>
            <a:pPr algn="l">
              <a:lnSpc>
                <a:spcPts val="9026"/>
              </a:lnSpc>
              <a:spcBef>
                <a:spcPct val="0"/>
              </a:spcBef>
            </a:pPr>
            <a:r>
              <a:rPr lang="en-US" sz="6447">
                <a:solidFill>
                  <a:srgbClr val="3C7F72"/>
                </a:solidFill>
                <a:latin typeface="Loubag"/>
                <a:ea typeface="Loubag"/>
                <a:cs typeface="Loubag"/>
                <a:sym typeface="Loubag"/>
              </a:rPr>
              <a:t>B</a:t>
            </a:r>
            <a:r>
              <a:rPr lang="en-US" sz="6447">
                <a:solidFill>
                  <a:srgbClr val="3C7F72"/>
                </a:solidFill>
                <a:latin typeface="Loubag"/>
                <a:ea typeface="Loubag"/>
                <a:cs typeface="Loubag"/>
                <a:sym typeface="Loubag"/>
              </a:rPr>
              <a:t>usiness Model</a:t>
            </a:r>
          </a:p>
        </p:txBody>
      </p:sp>
      <p:sp>
        <p:nvSpPr>
          <p:cNvPr name="TextBox 7" id="7"/>
          <p:cNvSpPr txBox="true"/>
          <p:nvPr/>
        </p:nvSpPr>
        <p:spPr>
          <a:xfrm rot="0">
            <a:off x="7040344" y="3433941"/>
            <a:ext cx="8423984" cy="9432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Lorem ipsum dolor sit amet, consectetur adipiscing elit. Maecenas scelerisque sapien quam, et ornare tortor faucibus at. </a:t>
            </a:r>
          </a:p>
        </p:txBody>
      </p:sp>
      <p:sp>
        <p:nvSpPr>
          <p:cNvPr name="TextBox 8" id="8"/>
          <p:cNvSpPr txBox="true"/>
          <p:nvPr/>
        </p:nvSpPr>
        <p:spPr>
          <a:xfrm rot="0">
            <a:off x="7040344" y="5793761"/>
            <a:ext cx="3291695" cy="630131"/>
          </a:xfrm>
          <a:prstGeom prst="rect">
            <a:avLst/>
          </a:prstGeom>
        </p:spPr>
        <p:txBody>
          <a:bodyPr anchor="t" rtlCol="false" tIns="0" lIns="0" bIns="0" rIns="0">
            <a:spAutoFit/>
          </a:bodyPr>
          <a:lstStyle/>
          <a:p>
            <a:pPr algn="l">
              <a:lnSpc>
                <a:spcPts val="4643"/>
              </a:lnSpc>
              <a:spcBef>
                <a:spcPct val="0"/>
              </a:spcBef>
            </a:pPr>
            <a:r>
              <a:rPr lang="en-US" sz="3316">
                <a:solidFill>
                  <a:srgbClr val="992800"/>
                </a:solidFill>
                <a:latin typeface="Kabel"/>
                <a:ea typeface="Kabel"/>
                <a:cs typeface="Kabel"/>
                <a:sym typeface="Kabel"/>
              </a:rPr>
              <a:t>Pricing strategy</a:t>
            </a:r>
          </a:p>
        </p:txBody>
      </p:sp>
      <p:sp>
        <p:nvSpPr>
          <p:cNvPr name="TextBox 9" id="9"/>
          <p:cNvSpPr txBox="true"/>
          <p:nvPr/>
        </p:nvSpPr>
        <p:spPr>
          <a:xfrm rot="0">
            <a:off x="7040344" y="6689611"/>
            <a:ext cx="8423984" cy="14004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Maecenas scelerisque sapien quam, et ornare tortor faucibus at. Nullam elementum dolor quis mollis eleifend. Sed in tempus quam. Donec augue tortor, suscipit sit amet cursus in, maximus sit amet tortor.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DF9ED"/>
        </a:solidFill>
      </p:bgPr>
    </p:bg>
    <p:spTree>
      <p:nvGrpSpPr>
        <p:cNvPr id="1" name=""/>
        <p:cNvGrpSpPr/>
        <p:nvPr/>
      </p:nvGrpSpPr>
      <p:grpSpPr>
        <a:xfrm>
          <a:off x="0" y="0"/>
          <a:ext cx="0" cy="0"/>
          <a:chOff x="0" y="0"/>
          <a:chExt cx="0" cy="0"/>
        </a:xfrm>
      </p:grpSpPr>
      <p:sp>
        <p:nvSpPr>
          <p:cNvPr name="Freeform 2" id="2"/>
          <p:cNvSpPr/>
          <p:nvPr/>
        </p:nvSpPr>
        <p:spPr>
          <a:xfrm flipH="false" flipV="false" rot="0">
            <a:off x="-247903" y="6616002"/>
            <a:ext cx="8730552" cy="2891006"/>
          </a:xfrm>
          <a:custGeom>
            <a:avLst/>
            <a:gdLst/>
            <a:ahLst/>
            <a:cxnLst/>
            <a:rect r="r" b="b" t="t" l="l"/>
            <a:pathLst>
              <a:path h="2891006" w="8730552">
                <a:moveTo>
                  <a:pt x="0" y="0"/>
                </a:moveTo>
                <a:lnTo>
                  <a:pt x="8730552" y="0"/>
                </a:lnTo>
                <a:lnTo>
                  <a:pt x="8730552" y="2891007"/>
                </a:lnTo>
                <a:lnTo>
                  <a:pt x="0" y="28910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144000" y="4067763"/>
            <a:ext cx="8601938" cy="2151474"/>
            <a:chOff x="0" y="0"/>
            <a:chExt cx="2265531" cy="566643"/>
          </a:xfrm>
        </p:grpSpPr>
        <p:sp>
          <p:nvSpPr>
            <p:cNvPr name="Freeform 4" id="4"/>
            <p:cNvSpPr/>
            <p:nvPr/>
          </p:nvSpPr>
          <p:spPr>
            <a:xfrm flipH="false" flipV="false" rot="0">
              <a:off x="0" y="0"/>
              <a:ext cx="2265531" cy="566643"/>
            </a:xfrm>
            <a:custGeom>
              <a:avLst/>
              <a:gdLst/>
              <a:ahLst/>
              <a:cxnLst/>
              <a:rect r="r" b="b" t="t" l="l"/>
              <a:pathLst>
                <a:path h="566643" w="2265531">
                  <a:moveTo>
                    <a:pt x="45901" y="0"/>
                  </a:moveTo>
                  <a:lnTo>
                    <a:pt x="2219630" y="0"/>
                  </a:lnTo>
                  <a:cubicBezTo>
                    <a:pt x="2231804" y="0"/>
                    <a:pt x="2243479" y="4836"/>
                    <a:pt x="2252087" y="13444"/>
                  </a:cubicBezTo>
                  <a:cubicBezTo>
                    <a:pt x="2260695" y="22052"/>
                    <a:pt x="2265531" y="33727"/>
                    <a:pt x="2265531" y="45901"/>
                  </a:cubicBezTo>
                  <a:lnTo>
                    <a:pt x="2265531" y="520742"/>
                  </a:lnTo>
                  <a:cubicBezTo>
                    <a:pt x="2265531" y="532916"/>
                    <a:pt x="2260695" y="544591"/>
                    <a:pt x="2252087" y="553199"/>
                  </a:cubicBezTo>
                  <a:cubicBezTo>
                    <a:pt x="2243479" y="561807"/>
                    <a:pt x="2231804" y="566643"/>
                    <a:pt x="2219630" y="566643"/>
                  </a:cubicBezTo>
                  <a:lnTo>
                    <a:pt x="45901" y="566643"/>
                  </a:lnTo>
                  <a:cubicBezTo>
                    <a:pt x="33727" y="566643"/>
                    <a:pt x="22052" y="561807"/>
                    <a:pt x="13444" y="553199"/>
                  </a:cubicBezTo>
                  <a:cubicBezTo>
                    <a:pt x="4836" y="544591"/>
                    <a:pt x="0" y="532916"/>
                    <a:pt x="0" y="520742"/>
                  </a:cubicBezTo>
                  <a:lnTo>
                    <a:pt x="0" y="45901"/>
                  </a:lnTo>
                  <a:cubicBezTo>
                    <a:pt x="0" y="33727"/>
                    <a:pt x="4836" y="22052"/>
                    <a:pt x="13444" y="13444"/>
                  </a:cubicBezTo>
                  <a:cubicBezTo>
                    <a:pt x="22052" y="4836"/>
                    <a:pt x="33727" y="0"/>
                    <a:pt x="45901" y="0"/>
                  </a:cubicBezTo>
                  <a:close/>
                </a:path>
              </a:pathLst>
            </a:custGeom>
            <a:solidFill>
              <a:srgbClr val="3C7F72"/>
            </a:solidFill>
          </p:spPr>
        </p:sp>
        <p:sp>
          <p:nvSpPr>
            <p:cNvPr name="TextBox 5" id="5"/>
            <p:cNvSpPr txBox="true"/>
            <p:nvPr/>
          </p:nvSpPr>
          <p:spPr>
            <a:xfrm>
              <a:off x="0" y="-95250"/>
              <a:ext cx="2265531" cy="661893"/>
            </a:xfrm>
            <a:prstGeom prst="rect">
              <a:avLst/>
            </a:prstGeom>
          </p:spPr>
          <p:txBody>
            <a:bodyPr anchor="ctr" rtlCol="false" tIns="50800" lIns="50800" bIns="50800" rIns="50800"/>
            <a:lstStyle/>
            <a:p>
              <a:pPr algn="ctr">
                <a:lnSpc>
                  <a:spcPts val="3657"/>
                </a:lnSpc>
              </a:pPr>
            </a:p>
          </p:txBody>
        </p:sp>
      </p:grpSp>
      <p:sp>
        <p:nvSpPr>
          <p:cNvPr name="TextBox 6" id="6"/>
          <p:cNvSpPr txBox="true"/>
          <p:nvPr/>
        </p:nvSpPr>
        <p:spPr>
          <a:xfrm rot="0">
            <a:off x="1028700" y="914400"/>
            <a:ext cx="7335560" cy="1044278"/>
          </a:xfrm>
          <a:prstGeom prst="rect">
            <a:avLst/>
          </a:prstGeom>
        </p:spPr>
        <p:txBody>
          <a:bodyPr anchor="t" rtlCol="false" tIns="0" lIns="0" bIns="0" rIns="0">
            <a:spAutoFit/>
          </a:bodyPr>
          <a:lstStyle/>
          <a:p>
            <a:pPr algn="l">
              <a:lnSpc>
                <a:spcPts val="8591"/>
              </a:lnSpc>
              <a:spcBef>
                <a:spcPct val="0"/>
              </a:spcBef>
            </a:pPr>
            <a:r>
              <a:rPr lang="en-US" sz="6136">
                <a:solidFill>
                  <a:srgbClr val="3C7F72"/>
                </a:solidFill>
                <a:latin typeface="Loubag"/>
                <a:ea typeface="Loubag"/>
                <a:cs typeface="Loubag"/>
                <a:sym typeface="Loubag"/>
              </a:rPr>
              <a:t>Product Overview</a:t>
            </a:r>
          </a:p>
        </p:txBody>
      </p:sp>
      <p:sp>
        <p:nvSpPr>
          <p:cNvPr name="TextBox 7" id="7"/>
          <p:cNvSpPr txBox="true"/>
          <p:nvPr/>
        </p:nvSpPr>
        <p:spPr>
          <a:xfrm rot="0">
            <a:off x="9785610" y="2765823"/>
            <a:ext cx="7473690" cy="9432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Lorem ipsum dolor sit amet, consectetur adipiscing elit. Maecenas scelerisque sapien quam, et ornare tortor faucibus at. </a:t>
            </a:r>
          </a:p>
        </p:txBody>
      </p:sp>
      <p:sp>
        <p:nvSpPr>
          <p:cNvPr name="TextBox 8" id="8"/>
          <p:cNvSpPr txBox="true"/>
          <p:nvPr/>
        </p:nvSpPr>
        <p:spPr>
          <a:xfrm rot="0">
            <a:off x="9785610" y="2235243"/>
            <a:ext cx="4578555" cy="486089"/>
          </a:xfrm>
          <a:prstGeom prst="rect">
            <a:avLst/>
          </a:prstGeom>
        </p:spPr>
        <p:txBody>
          <a:bodyPr anchor="t" rtlCol="false" tIns="0" lIns="0" bIns="0" rIns="0">
            <a:spAutoFit/>
          </a:bodyPr>
          <a:lstStyle/>
          <a:p>
            <a:pPr algn="l">
              <a:lnSpc>
                <a:spcPts val="3657"/>
              </a:lnSpc>
              <a:spcBef>
                <a:spcPct val="0"/>
              </a:spcBef>
            </a:pPr>
            <a:r>
              <a:rPr lang="en-US" b="true" sz="2612">
                <a:solidFill>
                  <a:srgbClr val="992800"/>
                </a:solidFill>
                <a:latin typeface="Kabel Ultra-Bold"/>
                <a:ea typeface="Kabel Ultra-Bold"/>
                <a:cs typeface="Kabel Ultra-Bold"/>
                <a:sym typeface="Kabel Ultra-Bold"/>
              </a:rPr>
              <a:t>Lorem ipsum </a:t>
            </a:r>
          </a:p>
        </p:txBody>
      </p:sp>
      <p:sp>
        <p:nvSpPr>
          <p:cNvPr name="TextBox 9" id="9"/>
          <p:cNvSpPr txBox="true"/>
          <p:nvPr/>
        </p:nvSpPr>
        <p:spPr>
          <a:xfrm rot="0">
            <a:off x="9785610" y="4910713"/>
            <a:ext cx="7473690" cy="943289"/>
          </a:xfrm>
          <a:prstGeom prst="rect">
            <a:avLst/>
          </a:prstGeom>
        </p:spPr>
        <p:txBody>
          <a:bodyPr anchor="t" rtlCol="false" tIns="0" lIns="0" bIns="0" rIns="0">
            <a:spAutoFit/>
          </a:bodyPr>
          <a:lstStyle/>
          <a:p>
            <a:pPr algn="l">
              <a:lnSpc>
                <a:spcPts val="3657"/>
              </a:lnSpc>
              <a:spcBef>
                <a:spcPct val="0"/>
              </a:spcBef>
            </a:pPr>
            <a:r>
              <a:rPr lang="en-US" sz="2612">
                <a:solidFill>
                  <a:srgbClr val="FDF9ED"/>
                </a:solidFill>
                <a:latin typeface="Kabel"/>
                <a:ea typeface="Kabel"/>
                <a:cs typeface="Kabel"/>
                <a:sym typeface="Kabel"/>
              </a:rPr>
              <a:t>Lorem ipsum dolor sit amet, consectetur adipiscing elit. Maecenas scelerisque sapien quam, et ornare tortor faucibus at. </a:t>
            </a:r>
          </a:p>
        </p:txBody>
      </p:sp>
      <p:sp>
        <p:nvSpPr>
          <p:cNvPr name="TextBox 10" id="10"/>
          <p:cNvSpPr txBox="true"/>
          <p:nvPr/>
        </p:nvSpPr>
        <p:spPr>
          <a:xfrm rot="0">
            <a:off x="9785610" y="4380132"/>
            <a:ext cx="4578555" cy="486089"/>
          </a:xfrm>
          <a:prstGeom prst="rect">
            <a:avLst/>
          </a:prstGeom>
        </p:spPr>
        <p:txBody>
          <a:bodyPr anchor="t" rtlCol="false" tIns="0" lIns="0" bIns="0" rIns="0">
            <a:spAutoFit/>
          </a:bodyPr>
          <a:lstStyle/>
          <a:p>
            <a:pPr algn="l">
              <a:lnSpc>
                <a:spcPts val="3657"/>
              </a:lnSpc>
              <a:spcBef>
                <a:spcPct val="0"/>
              </a:spcBef>
            </a:pPr>
            <a:r>
              <a:rPr lang="en-US" b="true" sz="2612">
                <a:solidFill>
                  <a:srgbClr val="FDF9ED"/>
                </a:solidFill>
                <a:latin typeface="Kabel Ultra-Bold"/>
                <a:ea typeface="Kabel Ultra-Bold"/>
                <a:cs typeface="Kabel Ultra-Bold"/>
                <a:sym typeface="Kabel Ultra-Bold"/>
              </a:rPr>
              <a:t>Lorem ipsum </a:t>
            </a:r>
          </a:p>
        </p:txBody>
      </p:sp>
      <p:sp>
        <p:nvSpPr>
          <p:cNvPr name="TextBox 11" id="11"/>
          <p:cNvSpPr txBox="true"/>
          <p:nvPr/>
        </p:nvSpPr>
        <p:spPr>
          <a:xfrm rot="0">
            <a:off x="9785610" y="7051333"/>
            <a:ext cx="7473690" cy="9432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Lorem ipsum dolor sit amet, consectetur adipiscing elit. Maecenas scelerisque sapien quam, et ornare tortor faucibus at. </a:t>
            </a:r>
          </a:p>
        </p:txBody>
      </p:sp>
      <p:sp>
        <p:nvSpPr>
          <p:cNvPr name="TextBox 12" id="12"/>
          <p:cNvSpPr txBox="true"/>
          <p:nvPr/>
        </p:nvSpPr>
        <p:spPr>
          <a:xfrm rot="0">
            <a:off x="9785610" y="6520752"/>
            <a:ext cx="4578555" cy="486089"/>
          </a:xfrm>
          <a:prstGeom prst="rect">
            <a:avLst/>
          </a:prstGeom>
        </p:spPr>
        <p:txBody>
          <a:bodyPr anchor="t" rtlCol="false" tIns="0" lIns="0" bIns="0" rIns="0">
            <a:spAutoFit/>
          </a:bodyPr>
          <a:lstStyle/>
          <a:p>
            <a:pPr algn="l">
              <a:lnSpc>
                <a:spcPts val="3657"/>
              </a:lnSpc>
              <a:spcBef>
                <a:spcPct val="0"/>
              </a:spcBef>
            </a:pPr>
            <a:r>
              <a:rPr lang="en-US" b="true" sz="2612">
                <a:solidFill>
                  <a:srgbClr val="992800"/>
                </a:solidFill>
                <a:latin typeface="Kabel Ultra-Bold"/>
                <a:ea typeface="Kabel Ultra-Bold"/>
                <a:cs typeface="Kabel Ultra-Bold"/>
                <a:sym typeface="Kabel Ultra-Bold"/>
              </a:rPr>
              <a:t>Lorem ipsum </a:t>
            </a:r>
          </a:p>
        </p:txBody>
      </p:sp>
      <p:sp>
        <p:nvSpPr>
          <p:cNvPr name="TextBox 13" id="13"/>
          <p:cNvSpPr txBox="true"/>
          <p:nvPr/>
        </p:nvSpPr>
        <p:spPr>
          <a:xfrm rot="0">
            <a:off x="1152651" y="4029494"/>
            <a:ext cx="5205312" cy="14004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Maecenas scelerisque sapien quam, et ornare tortor faucibus at. Nullam elementum dolor quis mollis eleifend.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DF9ED"/>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3596517" y="-2464859"/>
            <a:ext cx="2320847" cy="8028086"/>
          </a:xfrm>
          <a:custGeom>
            <a:avLst/>
            <a:gdLst/>
            <a:ahLst/>
            <a:cxnLst/>
            <a:rect r="r" b="b" t="t" l="l"/>
            <a:pathLst>
              <a:path h="8028086" w="2320847">
                <a:moveTo>
                  <a:pt x="0" y="0"/>
                </a:moveTo>
                <a:lnTo>
                  <a:pt x="2320847" y="0"/>
                </a:lnTo>
                <a:lnTo>
                  <a:pt x="2320847" y="8028086"/>
                </a:lnTo>
                <a:lnTo>
                  <a:pt x="0" y="80280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555172" y="4885519"/>
            <a:ext cx="5028726" cy="5875007"/>
            <a:chOff x="0" y="0"/>
            <a:chExt cx="1324438" cy="1547327"/>
          </a:xfrm>
        </p:grpSpPr>
        <p:sp>
          <p:nvSpPr>
            <p:cNvPr name="Freeform 4" id="4"/>
            <p:cNvSpPr/>
            <p:nvPr/>
          </p:nvSpPr>
          <p:spPr>
            <a:xfrm flipH="false" flipV="false" rot="0">
              <a:off x="0" y="0"/>
              <a:ext cx="1324438" cy="1547327"/>
            </a:xfrm>
            <a:custGeom>
              <a:avLst/>
              <a:gdLst/>
              <a:ahLst/>
              <a:cxnLst/>
              <a:rect r="r" b="b" t="t" l="l"/>
              <a:pathLst>
                <a:path h="1547327" w="1324438">
                  <a:moveTo>
                    <a:pt x="78516" y="0"/>
                  </a:moveTo>
                  <a:lnTo>
                    <a:pt x="1245922" y="0"/>
                  </a:lnTo>
                  <a:cubicBezTo>
                    <a:pt x="1266746" y="0"/>
                    <a:pt x="1286717" y="8272"/>
                    <a:pt x="1301441" y="22997"/>
                  </a:cubicBezTo>
                  <a:cubicBezTo>
                    <a:pt x="1316166" y="37722"/>
                    <a:pt x="1324438" y="57693"/>
                    <a:pt x="1324438" y="78516"/>
                  </a:cubicBezTo>
                  <a:lnTo>
                    <a:pt x="1324438" y="1468810"/>
                  </a:lnTo>
                  <a:cubicBezTo>
                    <a:pt x="1324438" y="1489634"/>
                    <a:pt x="1316166" y="1509605"/>
                    <a:pt x="1301441" y="1524330"/>
                  </a:cubicBezTo>
                  <a:cubicBezTo>
                    <a:pt x="1286717" y="1539055"/>
                    <a:pt x="1266746" y="1547327"/>
                    <a:pt x="1245922" y="1547327"/>
                  </a:cubicBezTo>
                  <a:lnTo>
                    <a:pt x="78516" y="1547327"/>
                  </a:lnTo>
                  <a:cubicBezTo>
                    <a:pt x="57693" y="1547327"/>
                    <a:pt x="37722" y="1539055"/>
                    <a:pt x="22997" y="1524330"/>
                  </a:cubicBezTo>
                  <a:cubicBezTo>
                    <a:pt x="8272" y="1509605"/>
                    <a:pt x="0" y="1489634"/>
                    <a:pt x="0" y="1468810"/>
                  </a:cubicBezTo>
                  <a:lnTo>
                    <a:pt x="0" y="78516"/>
                  </a:lnTo>
                  <a:cubicBezTo>
                    <a:pt x="0" y="57693"/>
                    <a:pt x="8272" y="37722"/>
                    <a:pt x="22997" y="22997"/>
                  </a:cubicBezTo>
                  <a:cubicBezTo>
                    <a:pt x="37722" y="8272"/>
                    <a:pt x="57693" y="0"/>
                    <a:pt x="78516" y="0"/>
                  </a:cubicBezTo>
                  <a:close/>
                </a:path>
              </a:pathLst>
            </a:custGeom>
            <a:solidFill>
              <a:srgbClr val="FFAF00"/>
            </a:solidFill>
          </p:spPr>
        </p:sp>
        <p:sp>
          <p:nvSpPr>
            <p:cNvPr name="TextBox 5" id="5"/>
            <p:cNvSpPr txBox="true"/>
            <p:nvPr/>
          </p:nvSpPr>
          <p:spPr>
            <a:xfrm>
              <a:off x="0" y="-95250"/>
              <a:ext cx="1324438" cy="1642577"/>
            </a:xfrm>
            <a:prstGeom prst="rect">
              <a:avLst/>
            </a:prstGeom>
          </p:spPr>
          <p:txBody>
            <a:bodyPr anchor="ctr" rtlCol="false" tIns="50800" lIns="50800" bIns="50800" rIns="50800"/>
            <a:lstStyle/>
            <a:p>
              <a:pPr algn="ctr">
                <a:lnSpc>
                  <a:spcPts val="3657"/>
                </a:lnSpc>
              </a:pPr>
            </a:p>
          </p:txBody>
        </p:sp>
      </p:grpSp>
      <p:grpSp>
        <p:nvGrpSpPr>
          <p:cNvPr name="Group 6" id="6"/>
          <p:cNvGrpSpPr/>
          <p:nvPr/>
        </p:nvGrpSpPr>
        <p:grpSpPr>
          <a:xfrm rot="0">
            <a:off x="-193460" y="388761"/>
            <a:ext cx="10936357" cy="2320847"/>
            <a:chOff x="0" y="0"/>
            <a:chExt cx="2880357" cy="611252"/>
          </a:xfrm>
        </p:grpSpPr>
        <p:sp>
          <p:nvSpPr>
            <p:cNvPr name="Freeform 7" id="7"/>
            <p:cNvSpPr/>
            <p:nvPr/>
          </p:nvSpPr>
          <p:spPr>
            <a:xfrm flipH="false" flipV="false" rot="0">
              <a:off x="0" y="0"/>
              <a:ext cx="2880357" cy="611252"/>
            </a:xfrm>
            <a:custGeom>
              <a:avLst/>
              <a:gdLst/>
              <a:ahLst/>
              <a:cxnLst/>
              <a:rect r="r" b="b" t="t" l="l"/>
              <a:pathLst>
                <a:path h="611252" w="2880357">
                  <a:moveTo>
                    <a:pt x="0" y="0"/>
                  </a:moveTo>
                  <a:lnTo>
                    <a:pt x="2880357" y="0"/>
                  </a:lnTo>
                  <a:lnTo>
                    <a:pt x="2880357" y="611252"/>
                  </a:lnTo>
                  <a:lnTo>
                    <a:pt x="0" y="611252"/>
                  </a:lnTo>
                  <a:close/>
                </a:path>
              </a:pathLst>
            </a:custGeom>
            <a:solidFill>
              <a:srgbClr val="3C7F72"/>
            </a:solidFill>
          </p:spPr>
        </p:sp>
        <p:sp>
          <p:nvSpPr>
            <p:cNvPr name="TextBox 8" id="8"/>
            <p:cNvSpPr txBox="true"/>
            <p:nvPr/>
          </p:nvSpPr>
          <p:spPr>
            <a:xfrm>
              <a:off x="0" y="-95250"/>
              <a:ext cx="2880357" cy="706502"/>
            </a:xfrm>
            <a:prstGeom prst="rect">
              <a:avLst/>
            </a:prstGeom>
          </p:spPr>
          <p:txBody>
            <a:bodyPr anchor="ctr" rtlCol="false" tIns="50800" lIns="50800" bIns="50800" rIns="50800"/>
            <a:lstStyle/>
            <a:p>
              <a:pPr algn="ctr">
                <a:lnSpc>
                  <a:spcPts val="3657"/>
                </a:lnSpc>
              </a:pPr>
            </a:p>
          </p:txBody>
        </p:sp>
      </p:grpSp>
      <p:sp>
        <p:nvSpPr>
          <p:cNvPr name="TextBox 9" id="9"/>
          <p:cNvSpPr txBox="true"/>
          <p:nvPr/>
        </p:nvSpPr>
        <p:spPr>
          <a:xfrm rot="0">
            <a:off x="1028700" y="895350"/>
            <a:ext cx="9714197" cy="1174318"/>
          </a:xfrm>
          <a:prstGeom prst="rect">
            <a:avLst/>
          </a:prstGeom>
        </p:spPr>
        <p:txBody>
          <a:bodyPr anchor="t" rtlCol="false" tIns="0" lIns="0" bIns="0" rIns="0">
            <a:spAutoFit/>
          </a:bodyPr>
          <a:lstStyle/>
          <a:p>
            <a:pPr algn="l">
              <a:lnSpc>
                <a:spcPts val="9611"/>
              </a:lnSpc>
              <a:spcBef>
                <a:spcPct val="0"/>
              </a:spcBef>
            </a:pPr>
            <a:r>
              <a:rPr lang="en-US" sz="6865">
                <a:solidFill>
                  <a:srgbClr val="FDF9ED"/>
                </a:solidFill>
                <a:latin typeface="Loubag"/>
                <a:ea typeface="Loubag"/>
                <a:cs typeface="Loubag"/>
                <a:sym typeface="Loubag"/>
              </a:rPr>
              <a:t>Our User Testimony</a:t>
            </a:r>
          </a:p>
        </p:txBody>
      </p:sp>
      <p:sp>
        <p:nvSpPr>
          <p:cNvPr name="TextBox 10" id="10"/>
          <p:cNvSpPr txBox="true"/>
          <p:nvPr/>
        </p:nvSpPr>
        <p:spPr>
          <a:xfrm rot="0">
            <a:off x="1308634" y="6155247"/>
            <a:ext cx="4261992" cy="18576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Lorem ipsum dolor sit amet, consectetur adipiscing elit. Maecenas scelerisque sapien quam, et ornare tortor faucibus at. </a:t>
            </a:r>
          </a:p>
        </p:txBody>
      </p:sp>
      <p:sp>
        <p:nvSpPr>
          <p:cNvPr name="TextBox 11" id="11"/>
          <p:cNvSpPr txBox="true"/>
          <p:nvPr/>
        </p:nvSpPr>
        <p:spPr>
          <a:xfrm rot="0">
            <a:off x="1308634" y="5409605"/>
            <a:ext cx="2679142" cy="4860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Lorem ipsum </a:t>
            </a:r>
          </a:p>
        </p:txBody>
      </p:sp>
      <p:sp>
        <p:nvSpPr>
          <p:cNvPr name="TextBox 12" id="12"/>
          <p:cNvSpPr txBox="true"/>
          <p:nvPr/>
        </p:nvSpPr>
        <p:spPr>
          <a:xfrm rot="0">
            <a:off x="7013004" y="6155247"/>
            <a:ext cx="4261992" cy="1857689"/>
          </a:xfrm>
          <a:prstGeom prst="rect">
            <a:avLst/>
          </a:prstGeom>
        </p:spPr>
        <p:txBody>
          <a:bodyPr anchor="t" rtlCol="false" tIns="0" lIns="0" bIns="0" rIns="0">
            <a:spAutoFit/>
          </a:bodyPr>
          <a:lstStyle/>
          <a:p>
            <a:pPr algn="l">
              <a:lnSpc>
                <a:spcPts val="3657"/>
              </a:lnSpc>
              <a:spcBef>
                <a:spcPct val="0"/>
              </a:spcBef>
            </a:pPr>
            <a:r>
              <a:rPr lang="en-US" sz="2612">
                <a:solidFill>
                  <a:srgbClr val="FDF9ED"/>
                </a:solidFill>
                <a:latin typeface="Kabel"/>
                <a:ea typeface="Kabel"/>
                <a:cs typeface="Kabel"/>
                <a:sym typeface="Kabel"/>
              </a:rPr>
              <a:t>Lorem ipsum dolor sit amet, consectetur adipiscing elit. Maecenas scelerisque sapien quam, et ornare tortor faucibus at. </a:t>
            </a:r>
          </a:p>
        </p:txBody>
      </p:sp>
      <p:sp>
        <p:nvSpPr>
          <p:cNvPr name="TextBox 13" id="13"/>
          <p:cNvSpPr txBox="true"/>
          <p:nvPr/>
        </p:nvSpPr>
        <p:spPr>
          <a:xfrm rot="0">
            <a:off x="7013004" y="5409605"/>
            <a:ext cx="2679142" cy="486089"/>
          </a:xfrm>
          <a:prstGeom prst="rect">
            <a:avLst/>
          </a:prstGeom>
        </p:spPr>
        <p:txBody>
          <a:bodyPr anchor="t" rtlCol="false" tIns="0" lIns="0" bIns="0" rIns="0">
            <a:spAutoFit/>
          </a:bodyPr>
          <a:lstStyle/>
          <a:p>
            <a:pPr algn="l">
              <a:lnSpc>
                <a:spcPts val="3657"/>
              </a:lnSpc>
              <a:spcBef>
                <a:spcPct val="0"/>
              </a:spcBef>
            </a:pPr>
            <a:r>
              <a:rPr lang="en-US" sz="2612">
                <a:solidFill>
                  <a:srgbClr val="FDF9ED"/>
                </a:solidFill>
                <a:latin typeface="Kabel"/>
                <a:ea typeface="Kabel"/>
                <a:cs typeface="Kabel"/>
                <a:sym typeface="Kabel"/>
              </a:rPr>
              <a:t>Lorem ipsum </a:t>
            </a:r>
          </a:p>
        </p:txBody>
      </p:sp>
      <p:sp>
        <p:nvSpPr>
          <p:cNvPr name="TextBox 14" id="14"/>
          <p:cNvSpPr txBox="true"/>
          <p:nvPr/>
        </p:nvSpPr>
        <p:spPr>
          <a:xfrm rot="0">
            <a:off x="12717373" y="6155247"/>
            <a:ext cx="4261992" cy="18576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Lorem ipsum dolor sit amet, consectetur adipiscing elit. Maecenas scelerisque sapien quam, et ornare tortor faucibus at. </a:t>
            </a:r>
          </a:p>
        </p:txBody>
      </p:sp>
      <p:sp>
        <p:nvSpPr>
          <p:cNvPr name="TextBox 15" id="15"/>
          <p:cNvSpPr txBox="true"/>
          <p:nvPr/>
        </p:nvSpPr>
        <p:spPr>
          <a:xfrm rot="0">
            <a:off x="12717373" y="5409605"/>
            <a:ext cx="2679142" cy="4860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Lorem ipsum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DF9ED"/>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376741" y="2718891"/>
            <a:ext cx="8864345" cy="4188764"/>
          </a:xfrm>
          <a:prstGeom prst="rect">
            <a:avLst/>
          </a:prstGeom>
        </p:spPr>
      </p:pic>
      <p:grpSp>
        <p:nvGrpSpPr>
          <p:cNvPr name="Group 3" id="3"/>
          <p:cNvGrpSpPr/>
          <p:nvPr/>
        </p:nvGrpSpPr>
        <p:grpSpPr>
          <a:xfrm rot="0">
            <a:off x="411767" y="6623447"/>
            <a:ext cx="8732233" cy="2631611"/>
            <a:chOff x="0" y="0"/>
            <a:chExt cx="2299847" cy="693099"/>
          </a:xfrm>
        </p:grpSpPr>
        <p:sp>
          <p:nvSpPr>
            <p:cNvPr name="Freeform 4" id="4"/>
            <p:cNvSpPr/>
            <p:nvPr/>
          </p:nvSpPr>
          <p:spPr>
            <a:xfrm flipH="false" flipV="false" rot="0">
              <a:off x="0" y="0"/>
              <a:ext cx="2299847" cy="693099"/>
            </a:xfrm>
            <a:custGeom>
              <a:avLst/>
              <a:gdLst/>
              <a:ahLst/>
              <a:cxnLst/>
              <a:rect r="r" b="b" t="t" l="l"/>
              <a:pathLst>
                <a:path h="693099" w="2299847">
                  <a:moveTo>
                    <a:pt x="45216" y="0"/>
                  </a:moveTo>
                  <a:lnTo>
                    <a:pt x="2254631" y="0"/>
                  </a:lnTo>
                  <a:cubicBezTo>
                    <a:pt x="2266623" y="0"/>
                    <a:pt x="2278124" y="4764"/>
                    <a:pt x="2286604" y="13244"/>
                  </a:cubicBezTo>
                  <a:cubicBezTo>
                    <a:pt x="2295083" y="21723"/>
                    <a:pt x="2299847" y="33224"/>
                    <a:pt x="2299847" y="45216"/>
                  </a:cubicBezTo>
                  <a:lnTo>
                    <a:pt x="2299847" y="647883"/>
                  </a:lnTo>
                  <a:cubicBezTo>
                    <a:pt x="2299847" y="659875"/>
                    <a:pt x="2295083" y="671376"/>
                    <a:pt x="2286604" y="679856"/>
                  </a:cubicBezTo>
                  <a:cubicBezTo>
                    <a:pt x="2278124" y="688336"/>
                    <a:pt x="2266623" y="693099"/>
                    <a:pt x="2254631" y="693099"/>
                  </a:cubicBezTo>
                  <a:lnTo>
                    <a:pt x="45216" y="693099"/>
                  </a:lnTo>
                  <a:cubicBezTo>
                    <a:pt x="33224" y="693099"/>
                    <a:pt x="21723" y="688336"/>
                    <a:pt x="13244" y="679856"/>
                  </a:cubicBezTo>
                  <a:cubicBezTo>
                    <a:pt x="4764" y="671376"/>
                    <a:pt x="0" y="659875"/>
                    <a:pt x="0" y="647883"/>
                  </a:cubicBezTo>
                  <a:lnTo>
                    <a:pt x="0" y="45216"/>
                  </a:lnTo>
                  <a:cubicBezTo>
                    <a:pt x="0" y="33224"/>
                    <a:pt x="4764" y="21723"/>
                    <a:pt x="13244" y="13244"/>
                  </a:cubicBezTo>
                  <a:cubicBezTo>
                    <a:pt x="21723" y="4764"/>
                    <a:pt x="33224" y="0"/>
                    <a:pt x="45216" y="0"/>
                  </a:cubicBezTo>
                  <a:close/>
                </a:path>
              </a:pathLst>
            </a:custGeom>
            <a:solidFill>
              <a:srgbClr val="C70031"/>
            </a:solidFill>
          </p:spPr>
        </p:sp>
        <p:sp>
          <p:nvSpPr>
            <p:cNvPr name="TextBox 5" id="5"/>
            <p:cNvSpPr txBox="true"/>
            <p:nvPr/>
          </p:nvSpPr>
          <p:spPr>
            <a:xfrm>
              <a:off x="0" y="-95250"/>
              <a:ext cx="2299847" cy="788349"/>
            </a:xfrm>
            <a:prstGeom prst="rect">
              <a:avLst/>
            </a:prstGeom>
          </p:spPr>
          <p:txBody>
            <a:bodyPr anchor="ctr" rtlCol="false" tIns="50800" lIns="50800" bIns="50800" rIns="50800"/>
            <a:lstStyle/>
            <a:p>
              <a:pPr algn="ctr">
                <a:lnSpc>
                  <a:spcPts val="3657"/>
                </a:lnSpc>
              </a:pPr>
            </a:p>
          </p:txBody>
        </p:sp>
      </p:grpSp>
      <p:sp>
        <p:nvSpPr>
          <p:cNvPr name="TextBox 6" id="6"/>
          <p:cNvSpPr txBox="true"/>
          <p:nvPr/>
        </p:nvSpPr>
        <p:spPr>
          <a:xfrm rot="0">
            <a:off x="1028700" y="1061905"/>
            <a:ext cx="8570238" cy="720064"/>
          </a:xfrm>
          <a:prstGeom prst="rect">
            <a:avLst/>
          </a:prstGeom>
        </p:spPr>
        <p:txBody>
          <a:bodyPr anchor="t" rtlCol="false" tIns="0" lIns="0" bIns="0" rIns="0">
            <a:spAutoFit/>
          </a:bodyPr>
          <a:lstStyle/>
          <a:p>
            <a:pPr algn="l">
              <a:lnSpc>
                <a:spcPts val="5986"/>
              </a:lnSpc>
              <a:spcBef>
                <a:spcPct val="0"/>
              </a:spcBef>
            </a:pPr>
            <a:r>
              <a:rPr lang="en-US" sz="4276">
                <a:solidFill>
                  <a:srgbClr val="3C7F72"/>
                </a:solidFill>
                <a:latin typeface="Loubag"/>
                <a:ea typeface="Loubag"/>
                <a:cs typeface="Loubag"/>
                <a:sym typeface="Loubag"/>
              </a:rPr>
              <a:t>Competition &amp; Differentiation</a:t>
            </a:r>
          </a:p>
        </p:txBody>
      </p:sp>
      <p:sp>
        <p:nvSpPr>
          <p:cNvPr name="TextBox 7" id="7"/>
          <p:cNvSpPr txBox="true"/>
          <p:nvPr/>
        </p:nvSpPr>
        <p:spPr>
          <a:xfrm rot="0">
            <a:off x="1115436" y="7036671"/>
            <a:ext cx="1170503" cy="495936"/>
          </a:xfrm>
          <a:prstGeom prst="rect">
            <a:avLst/>
          </a:prstGeom>
        </p:spPr>
        <p:txBody>
          <a:bodyPr anchor="t" rtlCol="false" tIns="0" lIns="0" bIns="0" rIns="0">
            <a:spAutoFit/>
          </a:bodyPr>
          <a:lstStyle/>
          <a:p>
            <a:pPr algn="ctr">
              <a:lnSpc>
                <a:spcPts val="3639"/>
              </a:lnSpc>
              <a:spcBef>
                <a:spcPct val="0"/>
              </a:spcBef>
            </a:pPr>
            <a:r>
              <a:rPr lang="en-US" sz="2599">
                <a:solidFill>
                  <a:srgbClr val="FDF9ED"/>
                </a:solidFill>
                <a:latin typeface="Kabel"/>
                <a:ea typeface="Kabel"/>
                <a:cs typeface="Kabel"/>
                <a:sym typeface="Kabel"/>
              </a:rPr>
              <a:t>Positioning</a:t>
            </a:r>
          </a:p>
        </p:txBody>
      </p:sp>
      <p:sp>
        <p:nvSpPr>
          <p:cNvPr name="TextBox 8" id="8"/>
          <p:cNvSpPr txBox="true"/>
          <p:nvPr/>
        </p:nvSpPr>
        <p:spPr>
          <a:xfrm rot="0">
            <a:off x="1115436" y="7857811"/>
            <a:ext cx="7473690" cy="943289"/>
          </a:xfrm>
          <a:prstGeom prst="rect">
            <a:avLst/>
          </a:prstGeom>
        </p:spPr>
        <p:txBody>
          <a:bodyPr anchor="t" rtlCol="false" tIns="0" lIns="0" bIns="0" rIns="0">
            <a:spAutoFit/>
          </a:bodyPr>
          <a:lstStyle/>
          <a:p>
            <a:pPr algn="l">
              <a:lnSpc>
                <a:spcPts val="3657"/>
              </a:lnSpc>
              <a:spcBef>
                <a:spcPct val="0"/>
              </a:spcBef>
            </a:pPr>
            <a:r>
              <a:rPr lang="en-US" sz="2612">
                <a:solidFill>
                  <a:srgbClr val="FDF9ED"/>
                </a:solidFill>
                <a:latin typeface="Kabel"/>
                <a:ea typeface="Kabel"/>
                <a:cs typeface="Kabel"/>
                <a:sym typeface="Kabel"/>
              </a:rPr>
              <a:t>Maecenas scelerisque sapien quam, et ornare tortor faucibus at. Nullam elementum dolor quis mollis eleifend. Sed in tempus quam. </a:t>
            </a:r>
          </a:p>
        </p:txBody>
      </p:sp>
      <p:sp>
        <p:nvSpPr>
          <p:cNvPr name="TextBox 9" id="9"/>
          <p:cNvSpPr txBox="true"/>
          <p:nvPr/>
        </p:nvSpPr>
        <p:spPr>
          <a:xfrm rot="0">
            <a:off x="10296332" y="2740195"/>
            <a:ext cx="1781056" cy="486089"/>
          </a:xfrm>
          <a:prstGeom prst="rect">
            <a:avLst/>
          </a:prstGeom>
        </p:spPr>
        <p:txBody>
          <a:bodyPr anchor="t" rtlCol="false" tIns="0" lIns="0" bIns="0" rIns="0">
            <a:spAutoFit/>
          </a:bodyPr>
          <a:lstStyle/>
          <a:p>
            <a:pPr algn="ctr">
              <a:lnSpc>
                <a:spcPts val="3657"/>
              </a:lnSpc>
              <a:spcBef>
                <a:spcPct val="0"/>
              </a:spcBef>
            </a:pPr>
            <a:r>
              <a:rPr lang="en-US" sz="2612">
                <a:solidFill>
                  <a:srgbClr val="992800"/>
                </a:solidFill>
                <a:latin typeface="Kabel"/>
                <a:ea typeface="Kabel"/>
                <a:cs typeface="Kabel"/>
                <a:sym typeface="Kabel"/>
              </a:rPr>
              <a:t>O</a:t>
            </a:r>
            <a:r>
              <a:rPr lang="en-US" sz="2612">
                <a:solidFill>
                  <a:srgbClr val="992800"/>
                </a:solidFill>
                <a:latin typeface="Kabel"/>
                <a:ea typeface="Kabel"/>
                <a:cs typeface="Kabel"/>
                <a:sym typeface="Kabel"/>
              </a:rPr>
              <a:t>ur Advantage</a:t>
            </a:r>
          </a:p>
        </p:txBody>
      </p:sp>
      <p:sp>
        <p:nvSpPr>
          <p:cNvPr name="TextBox 10" id="10"/>
          <p:cNvSpPr txBox="true"/>
          <p:nvPr/>
        </p:nvSpPr>
        <p:spPr>
          <a:xfrm rot="0">
            <a:off x="10296332" y="4155524"/>
            <a:ext cx="6962968" cy="4860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Lorem ipsum dolor sit amet, consectetur adipiscing elit. </a:t>
            </a:r>
          </a:p>
        </p:txBody>
      </p:sp>
      <p:sp>
        <p:nvSpPr>
          <p:cNvPr name="TextBox 11" id="11"/>
          <p:cNvSpPr txBox="true"/>
          <p:nvPr/>
        </p:nvSpPr>
        <p:spPr>
          <a:xfrm rot="0">
            <a:off x="10296332" y="3624943"/>
            <a:ext cx="4421595" cy="4860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Lorem ipsum </a:t>
            </a:r>
          </a:p>
        </p:txBody>
      </p:sp>
      <p:sp>
        <p:nvSpPr>
          <p:cNvPr name="TextBox 12" id="12"/>
          <p:cNvSpPr txBox="true"/>
          <p:nvPr/>
        </p:nvSpPr>
        <p:spPr>
          <a:xfrm rot="0">
            <a:off x="10296332" y="5812127"/>
            <a:ext cx="6962968" cy="4860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Lorem ipsum dolor sit amet, consectetur adipiscing elit. </a:t>
            </a:r>
          </a:p>
        </p:txBody>
      </p:sp>
      <p:sp>
        <p:nvSpPr>
          <p:cNvPr name="TextBox 13" id="13"/>
          <p:cNvSpPr txBox="true"/>
          <p:nvPr/>
        </p:nvSpPr>
        <p:spPr>
          <a:xfrm rot="0">
            <a:off x="10296332" y="5281546"/>
            <a:ext cx="4421595" cy="4860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Lorem ipsum </a:t>
            </a:r>
          </a:p>
        </p:txBody>
      </p:sp>
      <p:sp>
        <p:nvSpPr>
          <p:cNvPr name="TextBox 14" id="14"/>
          <p:cNvSpPr txBox="true"/>
          <p:nvPr/>
        </p:nvSpPr>
        <p:spPr>
          <a:xfrm rot="0">
            <a:off x="10296332" y="7466972"/>
            <a:ext cx="6962968" cy="4860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Lorem ipsum dolor sit amet, consectetur adipiscing elit. </a:t>
            </a:r>
          </a:p>
        </p:txBody>
      </p:sp>
      <p:sp>
        <p:nvSpPr>
          <p:cNvPr name="TextBox 15" id="15"/>
          <p:cNvSpPr txBox="true"/>
          <p:nvPr/>
        </p:nvSpPr>
        <p:spPr>
          <a:xfrm rot="0">
            <a:off x="10296332" y="6936391"/>
            <a:ext cx="4421595" cy="4860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Lorem ipsum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DF9ED"/>
        </a:solidFill>
      </p:bgPr>
    </p:bg>
    <p:spTree>
      <p:nvGrpSpPr>
        <p:cNvPr id="1" name=""/>
        <p:cNvGrpSpPr/>
        <p:nvPr/>
      </p:nvGrpSpPr>
      <p:grpSpPr>
        <a:xfrm>
          <a:off x="0" y="0"/>
          <a:ext cx="0" cy="0"/>
          <a:chOff x="0" y="0"/>
          <a:chExt cx="0" cy="0"/>
        </a:xfrm>
      </p:grpSpPr>
      <p:sp>
        <p:nvSpPr>
          <p:cNvPr name="Freeform 2" id="2"/>
          <p:cNvSpPr/>
          <p:nvPr/>
        </p:nvSpPr>
        <p:spPr>
          <a:xfrm flipH="false" flipV="true" rot="-5400000">
            <a:off x="11664664" y="-693126"/>
            <a:ext cx="5412618" cy="7834053"/>
          </a:xfrm>
          <a:custGeom>
            <a:avLst/>
            <a:gdLst/>
            <a:ahLst/>
            <a:cxnLst/>
            <a:rect r="r" b="b" t="t" l="l"/>
            <a:pathLst>
              <a:path h="7834053" w="5412618">
                <a:moveTo>
                  <a:pt x="0" y="7834053"/>
                </a:moveTo>
                <a:lnTo>
                  <a:pt x="5412619" y="7834053"/>
                </a:lnTo>
                <a:lnTo>
                  <a:pt x="5412619" y="0"/>
                </a:lnTo>
                <a:lnTo>
                  <a:pt x="0" y="0"/>
                </a:lnTo>
                <a:lnTo>
                  <a:pt x="0" y="7834053"/>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517591"/>
            <a:ext cx="10577899" cy="2259757"/>
            <a:chOff x="0" y="0"/>
            <a:chExt cx="2785949" cy="595162"/>
          </a:xfrm>
        </p:grpSpPr>
        <p:sp>
          <p:nvSpPr>
            <p:cNvPr name="Freeform 4" id="4"/>
            <p:cNvSpPr/>
            <p:nvPr/>
          </p:nvSpPr>
          <p:spPr>
            <a:xfrm flipH="false" flipV="false" rot="0">
              <a:off x="0" y="0"/>
              <a:ext cx="2785949" cy="595162"/>
            </a:xfrm>
            <a:custGeom>
              <a:avLst/>
              <a:gdLst/>
              <a:ahLst/>
              <a:cxnLst/>
              <a:rect r="r" b="b" t="t" l="l"/>
              <a:pathLst>
                <a:path h="595162" w="2785949">
                  <a:moveTo>
                    <a:pt x="0" y="0"/>
                  </a:moveTo>
                  <a:lnTo>
                    <a:pt x="2785949" y="0"/>
                  </a:lnTo>
                  <a:lnTo>
                    <a:pt x="2785949" y="595162"/>
                  </a:lnTo>
                  <a:lnTo>
                    <a:pt x="0" y="595162"/>
                  </a:lnTo>
                  <a:close/>
                </a:path>
              </a:pathLst>
            </a:custGeom>
            <a:solidFill>
              <a:srgbClr val="FFAF00"/>
            </a:solidFill>
          </p:spPr>
        </p:sp>
        <p:sp>
          <p:nvSpPr>
            <p:cNvPr name="TextBox 5" id="5"/>
            <p:cNvSpPr txBox="true"/>
            <p:nvPr/>
          </p:nvSpPr>
          <p:spPr>
            <a:xfrm>
              <a:off x="0" y="-95250"/>
              <a:ext cx="2785949" cy="690412"/>
            </a:xfrm>
            <a:prstGeom prst="rect">
              <a:avLst/>
            </a:prstGeom>
          </p:spPr>
          <p:txBody>
            <a:bodyPr anchor="ctr" rtlCol="false" tIns="50800" lIns="50800" bIns="50800" rIns="50800"/>
            <a:lstStyle/>
            <a:p>
              <a:pPr algn="ctr">
                <a:lnSpc>
                  <a:spcPts val="3657"/>
                </a:lnSpc>
              </a:pPr>
            </a:p>
          </p:txBody>
        </p:sp>
      </p:grpSp>
      <p:sp>
        <p:nvSpPr>
          <p:cNvPr name="TextBox 6" id="6"/>
          <p:cNvSpPr txBox="true"/>
          <p:nvPr/>
        </p:nvSpPr>
        <p:spPr>
          <a:xfrm rot="0">
            <a:off x="1028700" y="1106734"/>
            <a:ext cx="8925597" cy="976696"/>
          </a:xfrm>
          <a:prstGeom prst="rect">
            <a:avLst/>
          </a:prstGeom>
        </p:spPr>
        <p:txBody>
          <a:bodyPr anchor="t" rtlCol="false" tIns="0" lIns="0" bIns="0" rIns="0">
            <a:spAutoFit/>
          </a:bodyPr>
          <a:lstStyle/>
          <a:p>
            <a:pPr algn="ctr">
              <a:lnSpc>
                <a:spcPts val="8180"/>
              </a:lnSpc>
              <a:spcBef>
                <a:spcPct val="0"/>
              </a:spcBef>
            </a:pPr>
            <a:r>
              <a:rPr lang="en-US" sz="5842">
                <a:solidFill>
                  <a:srgbClr val="3C7F72"/>
                </a:solidFill>
                <a:latin typeface="Loubag"/>
                <a:ea typeface="Loubag"/>
                <a:cs typeface="Loubag"/>
                <a:sym typeface="Loubag"/>
              </a:rPr>
              <a:t>Go-To-Market Strategy</a:t>
            </a:r>
          </a:p>
        </p:txBody>
      </p:sp>
      <p:sp>
        <p:nvSpPr>
          <p:cNvPr name="TextBox 7" id="7"/>
          <p:cNvSpPr txBox="true"/>
          <p:nvPr/>
        </p:nvSpPr>
        <p:spPr>
          <a:xfrm rot="0">
            <a:off x="1028700" y="5322082"/>
            <a:ext cx="7473690" cy="9432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Lorem ipsum dolor sit amet, consectetur adipiscing elit. Maecenas scelerisque sapien quam, et ornare tortor faucibus at. </a:t>
            </a:r>
          </a:p>
        </p:txBody>
      </p:sp>
      <p:sp>
        <p:nvSpPr>
          <p:cNvPr name="TextBox 8" id="8"/>
          <p:cNvSpPr txBox="true"/>
          <p:nvPr/>
        </p:nvSpPr>
        <p:spPr>
          <a:xfrm rot="0">
            <a:off x="1028700" y="4791501"/>
            <a:ext cx="6406571" cy="4860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Distribution &amp; Marketing Channel </a:t>
            </a:r>
          </a:p>
        </p:txBody>
      </p:sp>
      <p:sp>
        <p:nvSpPr>
          <p:cNvPr name="TextBox 9" id="9"/>
          <p:cNvSpPr txBox="true"/>
          <p:nvPr/>
        </p:nvSpPr>
        <p:spPr>
          <a:xfrm rot="0">
            <a:off x="1028700" y="7466972"/>
            <a:ext cx="7473690" cy="9432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Lorem ipsum dolor sit amet, consectetur adipiscing elit. Maecenas scelerisque sapien quam, et ornare tortor faucibus at. </a:t>
            </a:r>
          </a:p>
        </p:txBody>
      </p:sp>
      <p:sp>
        <p:nvSpPr>
          <p:cNvPr name="TextBox 10" id="10"/>
          <p:cNvSpPr txBox="true"/>
          <p:nvPr/>
        </p:nvSpPr>
        <p:spPr>
          <a:xfrm rot="0">
            <a:off x="1028700" y="6936391"/>
            <a:ext cx="4578555" cy="4860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Pa</a:t>
            </a:r>
            <a:r>
              <a:rPr lang="en-US" sz="2612">
                <a:solidFill>
                  <a:srgbClr val="992800"/>
                </a:solidFill>
                <a:latin typeface="Kabel"/>
                <a:ea typeface="Kabel"/>
                <a:cs typeface="Kabel"/>
                <a:sym typeface="Kabel"/>
              </a:rPr>
              <a:t>rtnership Plan</a:t>
            </a:r>
          </a:p>
        </p:txBody>
      </p:sp>
      <p:sp>
        <p:nvSpPr>
          <p:cNvPr name="TextBox 11" id="11"/>
          <p:cNvSpPr txBox="true"/>
          <p:nvPr/>
        </p:nvSpPr>
        <p:spPr>
          <a:xfrm rot="0">
            <a:off x="9785610" y="7466972"/>
            <a:ext cx="7473690" cy="9432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Lorem ipsum dolor sit amet, consectetur adipiscing elit. Maecenas scelerisque sapien quam, et ornare tortor faucibus at. </a:t>
            </a:r>
          </a:p>
        </p:txBody>
      </p:sp>
      <p:sp>
        <p:nvSpPr>
          <p:cNvPr name="TextBox 12" id="12"/>
          <p:cNvSpPr txBox="true"/>
          <p:nvPr/>
        </p:nvSpPr>
        <p:spPr>
          <a:xfrm rot="0">
            <a:off x="9785610" y="6936391"/>
            <a:ext cx="6406571" cy="4860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Cus</a:t>
            </a:r>
            <a:r>
              <a:rPr lang="en-US" sz="2612">
                <a:solidFill>
                  <a:srgbClr val="992800"/>
                </a:solidFill>
                <a:latin typeface="Kabel"/>
                <a:ea typeface="Kabel"/>
                <a:cs typeface="Kabel"/>
                <a:sym typeface="Kabel"/>
              </a:rPr>
              <a:t>tomer Acquisition Strategy</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DF9ED"/>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392030" y="2248591"/>
            <a:ext cx="7148260" cy="7640040"/>
          </a:xfrm>
          <a:prstGeom prst="rect">
            <a:avLst/>
          </a:prstGeom>
        </p:spPr>
      </p:pic>
      <p:grpSp>
        <p:nvGrpSpPr>
          <p:cNvPr name="Group 3" id="3"/>
          <p:cNvGrpSpPr/>
          <p:nvPr/>
        </p:nvGrpSpPr>
        <p:grpSpPr>
          <a:xfrm rot="0">
            <a:off x="9144000" y="1613116"/>
            <a:ext cx="8601938" cy="2156464"/>
            <a:chOff x="0" y="0"/>
            <a:chExt cx="2265531" cy="567958"/>
          </a:xfrm>
        </p:grpSpPr>
        <p:sp>
          <p:nvSpPr>
            <p:cNvPr name="Freeform 4" id="4"/>
            <p:cNvSpPr/>
            <p:nvPr/>
          </p:nvSpPr>
          <p:spPr>
            <a:xfrm flipH="false" flipV="false" rot="0">
              <a:off x="0" y="0"/>
              <a:ext cx="2265531" cy="567958"/>
            </a:xfrm>
            <a:custGeom>
              <a:avLst/>
              <a:gdLst/>
              <a:ahLst/>
              <a:cxnLst/>
              <a:rect r="r" b="b" t="t" l="l"/>
              <a:pathLst>
                <a:path h="567958" w="2265531">
                  <a:moveTo>
                    <a:pt x="45901" y="0"/>
                  </a:moveTo>
                  <a:lnTo>
                    <a:pt x="2219630" y="0"/>
                  </a:lnTo>
                  <a:cubicBezTo>
                    <a:pt x="2231804" y="0"/>
                    <a:pt x="2243479" y="4836"/>
                    <a:pt x="2252087" y="13444"/>
                  </a:cubicBezTo>
                  <a:cubicBezTo>
                    <a:pt x="2260695" y="22052"/>
                    <a:pt x="2265531" y="33727"/>
                    <a:pt x="2265531" y="45901"/>
                  </a:cubicBezTo>
                  <a:lnTo>
                    <a:pt x="2265531" y="522057"/>
                  </a:lnTo>
                  <a:cubicBezTo>
                    <a:pt x="2265531" y="534230"/>
                    <a:pt x="2260695" y="545905"/>
                    <a:pt x="2252087" y="554514"/>
                  </a:cubicBezTo>
                  <a:cubicBezTo>
                    <a:pt x="2243479" y="563122"/>
                    <a:pt x="2231804" y="567958"/>
                    <a:pt x="2219630" y="567958"/>
                  </a:cubicBezTo>
                  <a:lnTo>
                    <a:pt x="45901" y="567958"/>
                  </a:lnTo>
                  <a:cubicBezTo>
                    <a:pt x="33727" y="567958"/>
                    <a:pt x="22052" y="563122"/>
                    <a:pt x="13444" y="554514"/>
                  </a:cubicBezTo>
                  <a:cubicBezTo>
                    <a:pt x="4836" y="545905"/>
                    <a:pt x="0" y="534230"/>
                    <a:pt x="0" y="522057"/>
                  </a:cubicBezTo>
                  <a:lnTo>
                    <a:pt x="0" y="45901"/>
                  </a:lnTo>
                  <a:cubicBezTo>
                    <a:pt x="0" y="33727"/>
                    <a:pt x="4836" y="22052"/>
                    <a:pt x="13444" y="13444"/>
                  </a:cubicBezTo>
                  <a:cubicBezTo>
                    <a:pt x="22052" y="4836"/>
                    <a:pt x="33727" y="0"/>
                    <a:pt x="45901" y="0"/>
                  </a:cubicBezTo>
                  <a:close/>
                </a:path>
              </a:pathLst>
            </a:custGeom>
            <a:solidFill>
              <a:srgbClr val="D34A24"/>
            </a:solidFill>
          </p:spPr>
        </p:sp>
        <p:sp>
          <p:nvSpPr>
            <p:cNvPr name="TextBox 5" id="5"/>
            <p:cNvSpPr txBox="true"/>
            <p:nvPr/>
          </p:nvSpPr>
          <p:spPr>
            <a:xfrm>
              <a:off x="0" y="-95250"/>
              <a:ext cx="2265531" cy="663208"/>
            </a:xfrm>
            <a:prstGeom prst="rect">
              <a:avLst/>
            </a:prstGeom>
          </p:spPr>
          <p:txBody>
            <a:bodyPr anchor="ctr" rtlCol="false" tIns="50800" lIns="50800" bIns="50800" rIns="50800"/>
            <a:lstStyle/>
            <a:p>
              <a:pPr algn="ctr">
                <a:lnSpc>
                  <a:spcPts val="3657"/>
                </a:lnSpc>
              </a:pPr>
            </a:p>
          </p:txBody>
        </p:sp>
      </p:grpSp>
      <p:sp>
        <p:nvSpPr>
          <p:cNvPr name="Freeform 6" id="6"/>
          <p:cNvSpPr/>
          <p:nvPr/>
        </p:nvSpPr>
        <p:spPr>
          <a:xfrm flipH="false" flipV="false" rot="5400000">
            <a:off x="15120841" y="7148310"/>
            <a:ext cx="1420531" cy="4913787"/>
          </a:xfrm>
          <a:custGeom>
            <a:avLst/>
            <a:gdLst/>
            <a:ahLst/>
            <a:cxnLst/>
            <a:rect r="r" b="b" t="t" l="l"/>
            <a:pathLst>
              <a:path h="4913787" w="1420531">
                <a:moveTo>
                  <a:pt x="0" y="0"/>
                </a:moveTo>
                <a:lnTo>
                  <a:pt x="1420531" y="0"/>
                </a:lnTo>
                <a:lnTo>
                  <a:pt x="1420531" y="4913787"/>
                </a:lnTo>
                <a:lnTo>
                  <a:pt x="0" y="49137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084246" y="876300"/>
            <a:ext cx="5109888" cy="1321232"/>
          </a:xfrm>
          <a:prstGeom prst="rect">
            <a:avLst/>
          </a:prstGeom>
        </p:spPr>
        <p:txBody>
          <a:bodyPr anchor="t" rtlCol="false" tIns="0" lIns="0" bIns="0" rIns="0">
            <a:spAutoFit/>
          </a:bodyPr>
          <a:lstStyle/>
          <a:p>
            <a:pPr algn="ctr">
              <a:lnSpc>
                <a:spcPts val="10938"/>
              </a:lnSpc>
              <a:spcBef>
                <a:spcPct val="0"/>
              </a:spcBef>
            </a:pPr>
            <a:r>
              <a:rPr lang="en-US" sz="7813">
                <a:solidFill>
                  <a:srgbClr val="3C7F72"/>
                </a:solidFill>
                <a:latin typeface="Loubag"/>
                <a:ea typeface="Loubag"/>
                <a:cs typeface="Loubag"/>
                <a:sym typeface="Loubag"/>
              </a:rPr>
              <a:t>Financials</a:t>
            </a:r>
          </a:p>
        </p:txBody>
      </p:sp>
      <p:sp>
        <p:nvSpPr>
          <p:cNvPr name="TextBox 8" id="8"/>
          <p:cNvSpPr txBox="true"/>
          <p:nvPr/>
        </p:nvSpPr>
        <p:spPr>
          <a:xfrm rot="0">
            <a:off x="9785610" y="2495525"/>
            <a:ext cx="7473690" cy="943289"/>
          </a:xfrm>
          <a:prstGeom prst="rect">
            <a:avLst/>
          </a:prstGeom>
        </p:spPr>
        <p:txBody>
          <a:bodyPr anchor="t" rtlCol="false" tIns="0" lIns="0" bIns="0" rIns="0">
            <a:spAutoFit/>
          </a:bodyPr>
          <a:lstStyle/>
          <a:p>
            <a:pPr algn="l">
              <a:lnSpc>
                <a:spcPts val="3657"/>
              </a:lnSpc>
              <a:spcBef>
                <a:spcPct val="0"/>
              </a:spcBef>
            </a:pPr>
            <a:r>
              <a:rPr lang="en-US" sz="2612">
                <a:solidFill>
                  <a:srgbClr val="FDF9ED"/>
                </a:solidFill>
                <a:latin typeface="Kabel"/>
                <a:ea typeface="Kabel"/>
                <a:cs typeface="Kabel"/>
                <a:sym typeface="Kabel"/>
              </a:rPr>
              <a:t>Lorem ipsum dolor sit amet, consectetur adipiscing elit. Maecenas scelerisque sapien quam, et ornare tortor faucibus at. </a:t>
            </a:r>
          </a:p>
        </p:txBody>
      </p:sp>
      <p:sp>
        <p:nvSpPr>
          <p:cNvPr name="TextBox 9" id="9"/>
          <p:cNvSpPr txBox="true"/>
          <p:nvPr/>
        </p:nvSpPr>
        <p:spPr>
          <a:xfrm rot="0">
            <a:off x="9785610" y="1964944"/>
            <a:ext cx="4578555" cy="486089"/>
          </a:xfrm>
          <a:prstGeom prst="rect">
            <a:avLst/>
          </a:prstGeom>
        </p:spPr>
        <p:txBody>
          <a:bodyPr anchor="t" rtlCol="false" tIns="0" lIns="0" bIns="0" rIns="0">
            <a:spAutoFit/>
          </a:bodyPr>
          <a:lstStyle/>
          <a:p>
            <a:pPr algn="l">
              <a:lnSpc>
                <a:spcPts val="3657"/>
              </a:lnSpc>
              <a:spcBef>
                <a:spcPct val="0"/>
              </a:spcBef>
            </a:pPr>
            <a:r>
              <a:rPr lang="en-US" sz="2612">
                <a:solidFill>
                  <a:srgbClr val="FDF9ED"/>
                </a:solidFill>
                <a:latin typeface="Kabel"/>
                <a:ea typeface="Kabel"/>
                <a:cs typeface="Kabel"/>
                <a:sym typeface="Kabel"/>
              </a:rPr>
              <a:t>P</a:t>
            </a:r>
            <a:r>
              <a:rPr lang="en-US" sz="2612">
                <a:solidFill>
                  <a:srgbClr val="FDF9ED"/>
                </a:solidFill>
                <a:latin typeface="Kabel"/>
                <a:ea typeface="Kabel"/>
                <a:cs typeface="Kabel"/>
                <a:sym typeface="Kabel"/>
              </a:rPr>
              <a:t>rojection</a:t>
            </a:r>
          </a:p>
        </p:txBody>
      </p:sp>
      <p:sp>
        <p:nvSpPr>
          <p:cNvPr name="TextBox 10" id="10"/>
          <p:cNvSpPr txBox="true"/>
          <p:nvPr/>
        </p:nvSpPr>
        <p:spPr>
          <a:xfrm rot="0">
            <a:off x="9785610" y="4640415"/>
            <a:ext cx="7473690" cy="9432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Lorem ipsum dolor sit amet, consectetur adipiscing elit. Maecenas scelerisque sapien quam, et ornare tortor faucibus at. </a:t>
            </a:r>
          </a:p>
        </p:txBody>
      </p:sp>
      <p:sp>
        <p:nvSpPr>
          <p:cNvPr name="TextBox 11" id="11"/>
          <p:cNvSpPr txBox="true"/>
          <p:nvPr/>
        </p:nvSpPr>
        <p:spPr>
          <a:xfrm rot="0">
            <a:off x="9785610" y="4109834"/>
            <a:ext cx="4578555" cy="4860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Sh</a:t>
            </a:r>
            <a:r>
              <a:rPr lang="en-US" sz="2612">
                <a:solidFill>
                  <a:srgbClr val="992800"/>
                </a:solidFill>
                <a:latin typeface="Kabel"/>
                <a:ea typeface="Kabel"/>
                <a:cs typeface="Kabel"/>
                <a:sym typeface="Kabel"/>
              </a:rPr>
              <a:t>ort Unit Economics</a:t>
            </a:r>
          </a:p>
        </p:txBody>
      </p:sp>
      <p:sp>
        <p:nvSpPr>
          <p:cNvPr name="TextBox 12" id="12"/>
          <p:cNvSpPr txBox="true"/>
          <p:nvPr/>
        </p:nvSpPr>
        <p:spPr>
          <a:xfrm rot="0">
            <a:off x="9785610" y="6781035"/>
            <a:ext cx="7473690" cy="9432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Lorem ipsum dolor sit amet, consectetur adipiscing elit. Maecenas scelerisque sapien quam, et ornare tortor faucibus at. </a:t>
            </a:r>
          </a:p>
        </p:txBody>
      </p:sp>
      <p:sp>
        <p:nvSpPr>
          <p:cNvPr name="TextBox 13" id="13"/>
          <p:cNvSpPr txBox="true"/>
          <p:nvPr/>
        </p:nvSpPr>
        <p:spPr>
          <a:xfrm rot="0">
            <a:off x="9785610" y="6250454"/>
            <a:ext cx="7177205" cy="486089"/>
          </a:xfrm>
          <a:prstGeom prst="rect">
            <a:avLst/>
          </a:prstGeom>
        </p:spPr>
        <p:txBody>
          <a:bodyPr anchor="t" rtlCol="false" tIns="0" lIns="0" bIns="0" rIns="0">
            <a:spAutoFit/>
          </a:bodyPr>
          <a:lstStyle/>
          <a:p>
            <a:pPr algn="l">
              <a:lnSpc>
                <a:spcPts val="3657"/>
              </a:lnSpc>
              <a:spcBef>
                <a:spcPct val="0"/>
              </a:spcBef>
            </a:pPr>
            <a:r>
              <a:rPr lang="en-US" sz="2612">
                <a:solidFill>
                  <a:srgbClr val="992800"/>
                </a:solidFill>
                <a:latin typeface="Kabel"/>
                <a:ea typeface="Kabel"/>
                <a:cs typeface="Kabel"/>
                <a:sym typeface="Kabel"/>
              </a:rPr>
              <a:t>Capital Requi</a:t>
            </a:r>
            <a:r>
              <a:rPr lang="en-US" sz="2612">
                <a:solidFill>
                  <a:srgbClr val="992800"/>
                </a:solidFill>
                <a:latin typeface="Kabel"/>
                <a:ea typeface="Kabel"/>
                <a:cs typeface="Kabel"/>
                <a:sym typeface="Kabel"/>
              </a:rPr>
              <a:t>rements &amp; Use of Funds</a:t>
            </a:r>
          </a:p>
        </p:txBody>
      </p:sp>
      <p:sp>
        <p:nvSpPr>
          <p:cNvPr name="Freeform 14" id="14"/>
          <p:cNvSpPr/>
          <p:nvPr/>
        </p:nvSpPr>
        <p:spPr>
          <a:xfrm flipH="false" flipV="false" rot="5400000">
            <a:off x="10207053" y="7148310"/>
            <a:ext cx="1420531" cy="4913787"/>
          </a:xfrm>
          <a:custGeom>
            <a:avLst/>
            <a:gdLst/>
            <a:ahLst/>
            <a:cxnLst/>
            <a:rect r="r" b="b" t="t" l="l"/>
            <a:pathLst>
              <a:path h="4913787" w="1420531">
                <a:moveTo>
                  <a:pt x="0" y="0"/>
                </a:moveTo>
                <a:lnTo>
                  <a:pt x="1420532" y="0"/>
                </a:lnTo>
                <a:lnTo>
                  <a:pt x="1420532" y="4913787"/>
                </a:lnTo>
                <a:lnTo>
                  <a:pt x="0" y="49137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DF9ED"/>
        </a:solidFill>
      </p:bgPr>
    </p:bg>
    <p:spTree>
      <p:nvGrpSpPr>
        <p:cNvPr id="1" name=""/>
        <p:cNvGrpSpPr/>
        <p:nvPr/>
      </p:nvGrpSpPr>
      <p:grpSpPr>
        <a:xfrm>
          <a:off x="0" y="0"/>
          <a:ext cx="0" cy="0"/>
          <a:chOff x="0" y="0"/>
          <a:chExt cx="0" cy="0"/>
        </a:xfrm>
      </p:grpSpPr>
      <p:grpSp>
        <p:nvGrpSpPr>
          <p:cNvPr name="Group 2" id="2"/>
          <p:cNvGrpSpPr/>
          <p:nvPr/>
        </p:nvGrpSpPr>
        <p:grpSpPr>
          <a:xfrm rot="0">
            <a:off x="1727647" y="2790804"/>
            <a:ext cx="3988662" cy="4759730"/>
            <a:chOff x="0" y="0"/>
            <a:chExt cx="1050512" cy="1253591"/>
          </a:xfrm>
        </p:grpSpPr>
        <p:sp>
          <p:nvSpPr>
            <p:cNvPr name="Freeform 3" id="3"/>
            <p:cNvSpPr/>
            <p:nvPr/>
          </p:nvSpPr>
          <p:spPr>
            <a:xfrm flipH="false" flipV="false" rot="0">
              <a:off x="0" y="0"/>
              <a:ext cx="1050512" cy="1253591"/>
            </a:xfrm>
            <a:custGeom>
              <a:avLst/>
              <a:gdLst/>
              <a:ahLst/>
              <a:cxnLst/>
              <a:rect r="r" b="b" t="t" l="l"/>
              <a:pathLst>
                <a:path h="1253591" w="1050512">
                  <a:moveTo>
                    <a:pt x="98990" y="0"/>
                  </a:moveTo>
                  <a:lnTo>
                    <a:pt x="951522" y="0"/>
                  </a:lnTo>
                  <a:cubicBezTo>
                    <a:pt x="1006192" y="0"/>
                    <a:pt x="1050512" y="44319"/>
                    <a:pt x="1050512" y="98990"/>
                  </a:cubicBezTo>
                  <a:lnTo>
                    <a:pt x="1050512" y="1154601"/>
                  </a:lnTo>
                  <a:cubicBezTo>
                    <a:pt x="1050512" y="1209272"/>
                    <a:pt x="1006192" y="1253591"/>
                    <a:pt x="951522" y="1253591"/>
                  </a:cubicBezTo>
                  <a:lnTo>
                    <a:pt x="98990" y="1253591"/>
                  </a:lnTo>
                  <a:cubicBezTo>
                    <a:pt x="72736" y="1253591"/>
                    <a:pt x="47558" y="1243162"/>
                    <a:pt x="28994" y="1224598"/>
                  </a:cubicBezTo>
                  <a:cubicBezTo>
                    <a:pt x="10429" y="1206034"/>
                    <a:pt x="0" y="1180855"/>
                    <a:pt x="0" y="1154601"/>
                  </a:cubicBezTo>
                  <a:lnTo>
                    <a:pt x="0" y="98990"/>
                  </a:lnTo>
                  <a:cubicBezTo>
                    <a:pt x="0" y="72736"/>
                    <a:pt x="10429" y="47558"/>
                    <a:pt x="28994" y="28994"/>
                  </a:cubicBezTo>
                  <a:cubicBezTo>
                    <a:pt x="47558" y="10429"/>
                    <a:pt x="72736" y="0"/>
                    <a:pt x="98990" y="0"/>
                  </a:cubicBezTo>
                  <a:close/>
                </a:path>
              </a:pathLst>
            </a:custGeom>
            <a:solidFill>
              <a:srgbClr val="FFAF00"/>
            </a:solidFill>
          </p:spPr>
        </p:sp>
        <p:sp>
          <p:nvSpPr>
            <p:cNvPr name="TextBox 4" id="4"/>
            <p:cNvSpPr txBox="true"/>
            <p:nvPr/>
          </p:nvSpPr>
          <p:spPr>
            <a:xfrm>
              <a:off x="0" y="-95250"/>
              <a:ext cx="1050512" cy="1348841"/>
            </a:xfrm>
            <a:prstGeom prst="rect">
              <a:avLst/>
            </a:prstGeom>
          </p:spPr>
          <p:txBody>
            <a:bodyPr anchor="ctr" rtlCol="false" tIns="50800" lIns="50800" bIns="50800" rIns="50800"/>
            <a:lstStyle/>
            <a:p>
              <a:pPr algn="ctr">
                <a:lnSpc>
                  <a:spcPts val="3657"/>
                </a:lnSpc>
              </a:pPr>
            </a:p>
          </p:txBody>
        </p:sp>
      </p:grpSp>
      <p:grpSp>
        <p:nvGrpSpPr>
          <p:cNvPr name="Group 5" id="5"/>
          <p:cNvGrpSpPr/>
          <p:nvPr/>
        </p:nvGrpSpPr>
        <p:grpSpPr>
          <a:xfrm rot="0">
            <a:off x="9144000" y="454871"/>
            <a:ext cx="8562070" cy="10162283"/>
            <a:chOff x="0" y="0"/>
            <a:chExt cx="2255031" cy="2676486"/>
          </a:xfrm>
        </p:grpSpPr>
        <p:sp>
          <p:nvSpPr>
            <p:cNvPr name="Freeform 6" id="6"/>
            <p:cNvSpPr/>
            <p:nvPr/>
          </p:nvSpPr>
          <p:spPr>
            <a:xfrm flipH="false" flipV="false" rot="0">
              <a:off x="0" y="0"/>
              <a:ext cx="2255031" cy="2676486"/>
            </a:xfrm>
            <a:custGeom>
              <a:avLst/>
              <a:gdLst/>
              <a:ahLst/>
              <a:cxnLst/>
              <a:rect r="r" b="b" t="t" l="l"/>
              <a:pathLst>
                <a:path h="2676486" w="2255031">
                  <a:moveTo>
                    <a:pt x="46115" y="0"/>
                  </a:moveTo>
                  <a:lnTo>
                    <a:pt x="2208916" y="0"/>
                  </a:lnTo>
                  <a:cubicBezTo>
                    <a:pt x="2221147" y="0"/>
                    <a:pt x="2232876" y="4859"/>
                    <a:pt x="2241524" y="13507"/>
                  </a:cubicBezTo>
                  <a:cubicBezTo>
                    <a:pt x="2250173" y="22155"/>
                    <a:pt x="2255031" y="33884"/>
                    <a:pt x="2255031" y="46115"/>
                  </a:cubicBezTo>
                  <a:lnTo>
                    <a:pt x="2255031" y="2630371"/>
                  </a:lnTo>
                  <a:cubicBezTo>
                    <a:pt x="2255031" y="2642602"/>
                    <a:pt x="2250173" y="2654331"/>
                    <a:pt x="2241524" y="2662980"/>
                  </a:cubicBezTo>
                  <a:cubicBezTo>
                    <a:pt x="2232876" y="2671628"/>
                    <a:pt x="2221147" y="2676486"/>
                    <a:pt x="2208916" y="2676486"/>
                  </a:cubicBezTo>
                  <a:lnTo>
                    <a:pt x="46115" y="2676486"/>
                  </a:lnTo>
                  <a:cubicBezTo>
                    <a:pt x="33884" y="2676486"/>
                    <a:pt x="22155" y="2671628"/>
                    <a:pt x="13507" y="2662980"/>
                  </a:cubicBezTo>
                  <a:cubicBezTo>
                    <a:pt x="4859" y="2654331"/>
                    <a:pt x="0" y="2642602"/>
                    <a:pt x="0" y="2630371"/>
                  </a:cubicBezTo>
                  <a:lnTo>
                    <a:pt x="0" y="46115"/>
                  </a:lnTo>
                  <a:cubicBezTo>
                    <a:pt x="0" y="33884"/>
                    <a:pt x="4859" y="22155"/>
                    <a:pt x="13507" y="13507"/>
                  </a:cubicBezTo>
                  <a:cubicBezTo>
                    <a:pt x="22155" y="4859"/>
                    <a:pt x="33884" y="0"/>
                    <a:pt x="46115" y="0"/>
                  </a:cubicBezTo>
                  <a:close/>
                </a:path>
              </a:pathLst>
            </a:custGeom>
            <a:solidFill>
              <a:srgbClr val="992800"/>
            </a:solidFill>
          </p:spPr>
        </p:sp>
        <p:sp>
          <p:nvSpPr>
            <p:cNvPr name="TextBox 7" id="7"/>
            <p:cNvSpPr txBox="true"/>
            <p:nvPr/>
          </p:nvSpPr>
          <p:spPr>
            <a:xfrm>
              <a:off x="0" y="-95250"/>
              <a:ext cx="2255031" cy="2771736"/>
            </a:xfrm>
            <a:prstGeom prst="rect">
              <a:avLst/>
            </a:prstGeom>
          </p:spPr>
          <p:txBody>
            <a:bodyPr anchor="ctr" rtlCol="false" tIns="50800" lIns="50800" bIns="50800" rIns="50800"/>
            <a:lstStyle/>
            <a:p>
              <a:pPr algn="ctr">
                <a:lnSpc>
                  <a:spcPts val="3657"/>
                </a:lnSpc>
              </a:pPr>
            </a:p>
          </p:txBody>
        </p:sp>
      </p:grpSp>
      <p:grpSp>
        <p:nvGrpSpPr>
          <p:cNvPr name="Group 8" id="8"/>
          <p:cNvGrpSpPr/>
          <p:nvPr/>
        </p:nvGrpSpPr>
        <p:grpSpPr>
          <a:xfrm rot="0">
            <a:off x="2123350" y="3203394"/>
            <a:ext cx="3934551" cy="393455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5257" y="0"/>
                  </a:moveTo>
                  <a:lnTo>
                    <a:pt x="767543" y="0"/>
                  </a:lnTo>
                  <a:cubicBezTo>
                    <a:pt x="792538" y="0"/>
                    <a:pt x="812800" y="20262"/>
                    <a:pt x="812800" y="45257"/>
                  </a:cubicBezTo>
                  <a:lnTo>
                    <a:pt x="812800" y="767543"/>
                  </a:lnTo>
                  <a:cubicBezTo>
                    <a:pt x="812800" y="792538"/>
                    <a:pt x="792538" y="812800"/>
                    <a:pt x="767543" y="812800"/>
                  </a:cubicBezTo>
                  <a:lnTo>
                    <a:pt x="45257" y="812800"/>
                  </a:lnTo>
                  <a:cubicBezTo>
                    <a:pt x="20262" y="812800"/>
                    <a:pt x="0" y="792538"/>
                    <a:pt x="0" y="767543"/>
                  </a:cubicBezTo>
                  <a:lnTo>
                    <a:pt x="0" y="45257"/>
                  </a:lnTo>
                  <a:cubicBezTo>
                    <a:pt x="0" y="20262"/>
                    <a:pt x="20262" y="0"/>
                    <a:pt x="45257" y="0"/>
                  </a:cubicBezTo>
                  <a:close/>
                </a:path>
              </a:pathLst>
            </a:custGeom>
            <a:blipFill>
              <a:blip r:embed="rId2"/>
              <a:stretch>
                <a:fillRect l="-8711" t="0" r="-41151" b="0"/>
              </a:stretch>
            </a:blipFill>
          </p:spPr>
        </p:sp>
      </p:grpSp>
      <p:grpSp>
        <p:nvGrpSpPr>
          <p:cNvPr name="Group 10" id="10"/>
          <p:cNvGrpSpPr/>
          <p:nvPr/>
        </p:nvGrpSpPr>
        <p:grpSpPr>
          <a:xfrm rot="0">
            <a:off x="10555740" y="901248"/>
            <a:ext cx="2674378" cy="2674378"/>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66582" y="0"/>
                  </a:moveTo>
                  <a:lnTo>
                    <a:pt x="746218" y="0"/>
                  </a:lnTo>
                  <a:cubicBezTo>
                    <a:pt x="782990" y="0"/>
                    <a:pt x="812800" y="29810"/>
                    <a:pt x="812800" y="66582"/>
                  </a:cubicBezTo>
                  <a:lnTo>
                    <a:pt x="812800" y="746218"/>
                  </a:lnTo>
                  <a:cubicBezTo>
                    <a:pt x="812800" y="782990"/>
                    <a:pt x="782990" y="812800"/>
                    <a:pt x="746218" y="812800"/>
                  </a:cubicBezTo>
                  <a:lnTo>
                    <a:pt x="66582" y="812800"/>
                  </a:lnTo>
                  <a:cubicBezTo>
                    <a:pt x="29810" y="812800"/>
                    <a:pt x="0" y="782990"/>
                    <a:pt x="0" y="746218"/>
                  </a:cubicBezTo>
                  <a:lnTo>
                    <a:pt x="0" y="66582"/>
                  </a:lnTo>
                  <a:cubicBezTo>
                    <a:pt x="0" y="29810"/>
                    <a:pt x="29810" y="0"/>
                    <a:pt x="66582" y="0"/>
                  </a:cubicBezTo>
                  <a:close/>
                </a:path>
              </a:pathLst>
            </a:custGeom>
            <a:blipFill>
              <a:blip r:embed="rId3"/>
              <a:stretch>
                <a:fillRect l="-24931" t="0" r="-24931" b="0"/>
              </a:stretch>
            </a:blipFill>
          </p:spPr>
        </p:sp>
      </p:grpSp>
      <p:grpSp>
        <p:nvGrpSpPr>
          <p:cNvPr name="Group 12" id="12"/>
          <p:cNvGrpSpPr/>
          <p:nvPr/>
        </p:nvGrpSpPr>
        <p:grpSpPr>
          <a:xfrm rot="0">
            <a:off x="10555740" y="3962604"/>
            <a:ext cx="2674378" cy="267437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66582" y="0"/>
                  </a:moveTo>
                  <a:lnTo>
                    <a:pt x="746218" y="0"/>
                  </a:lnTo>
                  <a:cubicBezTo>
                    <a:pt x="782990" y="0"/>
                    <a:pt x="812800" y="29810"/>
                    <a:pt x="812800" y="66582"/>
                  </a:cubicBezTo>
                  <a:lnTo>
                    <a:pt x="812800" y="746218"/>
                  </a:lnTo>
                  <a:cubicBezTo>
                    <a:pt x="812800" y="782990"/>
                    <a:pt x="782990" y="812800"/>
                    <a:pt x="746218" y="812800"/>
                  </a:cubicBezTo>
                  <a:lnTo>
                    <a:pt x="66582" y="812800"/>
                  </a:lnTo>
                  <a:cubicBezTo>
                    <a:pt x="29810" y="812800"/>
                    <a:pt x="0" y="782990"/>
                    <a:pt x="0" y="746218"/>
                  </a:cubicBezTo>
                  <a:lnTo>
                    <a:pt x="0" y="66582"/>
                  </a:lnTo>
                  <a:cubicBezTo>
                    <a:pt x="0" y="29810"/>
                    <a:pt x="29810" y="0"/>
                    <a:pt x="66582" y="0"/>
                  </a:cubicBezTo>
                  <a:close/>
                </a:path>
              </a:pathLst>
            </a:custGeom>
            <a:blipFill>
              <a:blip r:embed="rId4"/>
              <a:stretch>
                <a:fillRect l="0" t="-24931" r="0" b="-24931"/>
              </a:stretch>
            </a:blipFill>
          </p:spPr>
        </p:sp>
      </p:grpSp>
      <p:grpSp>
        <p:nvGrpSpPr>
          <p:cNvPr name="Group 14" id="14"/>
          <p:cNvGrpSpPr/>
          <p:nvPr/>
        </p:nvGrpSpPr>
        <p:grpSpPr>
          <a:xfrm rot="0">
            <a:off x="10555740" y="7027507"/>
            <a:ext cx="2674378" cy="2674378"/>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66582" y="0"/>
                  </a:moveTo>
                  <a:lnTo>
                    <a:pt x="746218" y="0"/>
                  </a:lnTo>
                  <a:cubicBezTo>
                    <a:pt x="782990" y="0"/>
                    <a:pt x="812800" y="29810"/>
                    <a:pt x="812800" y="66582"/>
                  </a:cubicBezTo>
                  <a:lnTo>
                    <a:pt x="812800" y="746218"/>
                  </a:lnTo>
                  <a:cubicBezTo>
                    <a:pt x="812800" y="782990"/>
                    <a:pt x="782990" y="812800"/>
                    <a:pt x="746218" y="812800"/>
                  </a:cubicBezTo>
                  <a:lnTo>
                    <a:pt x="66582" y="812800"/>
                  </a:lnTo>
                  <a:cubicBezTo>
                    <a:pt x="29810" y="812800"/>
                    <a:pt x="0" y="782990"/>
                    <a:pt x="0" y="746218"/>
                  </a:cubicBezTo>
                  <a:lnTo>
                    <a:pt x="0" y="66582"/>
                  </a:lnTo>
                  <a:cubicBezTo>
                    <a:pt x="0" y="29810"/>
                    <a:pt x="29810" y="0"/>
                    <a:pt x="66582" y="0"/>
                  </a:cubicBezTo>
                  <a:close/>
                </a:path>
              </a:pathLst>
            </a:custGeom>
            <a:blipFill>
              <a:blip r:embed="rId5"/>
              <a:stretch>
                <a:fillRect l="-37605" t="-78049" r="-150150" b="0"/>
              </a:stretch>
            </a:blipFill>
          </p:spPr>
        </p:sp>
      </p:grpSp>
      <p:sp>
        <p:nvSpPr>
          <p:cNvPr name="Freeform 16" id="16"/>
          <p:cNvSpPr/>
          <p:nvPr/>
        </p:nvSpPr>
        <p:spPr>
          <a:xfrm flipH="false" flipV="false" rot="0">
            <a:off x="345138" y="9258300"/>
            <a:ext cx="2493769" cy="825779"/>
          </a:xfrm>
          <a:custGeom>
            <a:avLst/>
            <a:gdLst/>
            <a:ahLst/>
            <a:cxnLst/>
            <a:rect r="r" b="b" t="t" l="l"/>
            <a:pathLst>
              <a:path h="825779" w="2493769">
                <a:moveTo>
                  <a:pt x="0" y="0"/>
                </a:moveTo>
                <a:lnTo>
                  <a:pt x="2493770" y="0"/>
                </a:lnTo>
                <a:lnTo>
                  <a:pt x="2493770" y="825779"/>
                </a:lnTo>
                <a:lnTo>
                  <a:pt x="0" y="8257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2782003" y="9421132"/>
            <a:ext cx="2493769" cy="825779"/>
          </a:xfrm>
          <a:custGeom>
            <a:avLst/>
            <a:gdLst/>
            <a:ahLst/>
            <a:cxnLst/>
            <a:rect r="r" b="b" t="t" l="l"/>
            <a:pathLst>
              <a:path h="825779" w="2493769">
                <a:moveTo>
                  <a:pt x="0" y="0"/>
                </a:moveTo>
                <a:lnTo>
                  <a:pt x="2493769" y="0"/>
                </a:lnTo>
                <a:lnTo>
                  <a:pt x="2493769" y="825779"/>
                </a:lnTo>
                <a:lnTo>
                  <a:pt x="0" y="8257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9627604" y="992471"/>
            <a:ext cx="1325893" cy="1325893"/>
          </a:xfrm>
          <a:custGeom>
            <a:avLst/>
            <a:gdLst/>
            <a:ahLst/>
            <a:cxnLst/>
            <a:rect r="r" b="b" t="t" l="l"/>
            <a:pathLst>
              <a:path h="1325893" w="1325893">
                <a:moveTo>
                  <a:pt x="0" y="0"/>
                </a:moveTo>
                <a:lnTo>
                  <a:pt x="1325893" y="0"/>
                </a:lnTo>
                <a:lnTo>
                  <a:pt x="1325893" y="1325893"/>
                </a:lnTo>
                <a:lnTo>
                  <a:pt x="0" y="132589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0">
            <a:off x="12178884" y="6259824"/>
            <a:ext cx="1325893" cy="1325893"/>
          </a:xfrm>
          <a:custGeom>
            <a:avLst/>
            <a:gdLst/>
            <a:ahLst/>
            <a:cxnLst/>
            <a:rect r="r" b="b" t="t" l="l"/>
            <a:pathLst>
              <a:path h="1325893" w="1325893">
                <a:moveTo>
                  <a:pt x="0" y="0"/>
                </a:moveTo>
                <a:lnTo>
                  <a:pt x="1325893" y="0"/>
                </a:lnTo>
                <a:lnTo>
                  <a:pt x="1325893" y="1325892"/>
                </a:lnTo>
                <a:lnTo>
                  <a:pt x="0" y="13258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9627604" y="8758186"/>
            <a:ext cx="1325893" cy="1325893"/>
          </a:xfrm>
          <a:custGeom>
            <a:avLst/>
            <a:gdLst/>
            <a:ahLst/>
            <a:cxnLst/>
            <a:rect r="r" b="b" t="t" l="l"/>
            <a:pathLst>
              <a:path h="1325893" w="1325893">
                <a:moveTo>
                  <a:pt x="0" y="0"/>
                </a:moveTo>
                <a:lnTo>
                  <a:pt x="1325893" y="0"/>
                </a:lnTo>
                <a:lnTo>
                  <a:pt x="1325893" y="1325893"/>
                </a:lnTo>
                <a:lnTo>
                  <a:pt x="0" y="132589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1" id="21"/>
          <p:cNvSpPr txBox="true"/>
          <p:nvPr/>
        </p:nvSpPr>
        <p:spPr>
          <a:xfrm rot="0">
            <a:off x="13504777" y="2114612"/>
            <a:ext cx="3754523" cy="596265"/>
          </a:xfrm>
          <a:prstGeom prst="rect">
            <a:avLst/>
          </a:prstGeom>
        </p:spPr>
        <p:txBody>
          <a:bodyPr anchor="t" rtlCol="false" tIns="0" lIns="0" bIns="0" rIns="0">
            <a:spAutoFit/>
          </a:bodyPr>
          <a:lstStyle/>
          <a:p>
            <a:pPr algn="l">
              <a:lnSpc>
                <a:spcPts val="4409"/>
              </a:lnSpc>
            </a:pPr>
            <a:r>
              <a:rPr lang="en-US" sz="3150">
                <a:solidFill>
                  <a:srgbClr val="FDF9ED"/>
                </a:solidFill>
                <a:latin typeface="Kabel"/>
                <a:ea typeface="Kabel"/>
                <a:cs typeface="Kabel"/>
                <a:sym typeface="Kabel"/>
              </a:rPr>
              <a:t>Olivi</a:t>
            </a:r>
            <a:r>
              <a:rPr lang="en-US" sz="3150">
                <a:solidFill>
                  <a:srgbClr val="FDF9ED"/>
                </a:solidFill>
                <a:latin typeface="Kabel"/>
                <a:ea typeface="Kabel"/>
                <a:cs typeface="Kabel"/>
                <a:sym typeface="Kabel"/>
              </a:rPr>
              <a:t>a Wilson</a:t>
            </a:r>
          </a:p>
        </p:txBody>
      </p:sp>
      <p:sp>
        <p:nvSpPr>
          <p:cNvPr name="TextBox 22" id="22"/>
          <p:cNvSpPr txBox="true"/>
          <p:nvPr/>
        </p:nvSpPr>
        <p:spPr>
          <a:xfrm rot="0">
            <a:off x="13504777" y="4939748"/>
            <a:ext cx="3672368" cy="596265"/>
          </a:xfrm>
          <a:prstGeom prst="rect">
            <a:avLst/>
          </a:prstGeom>
        </p:spPr>
        <p:txBody>
          <a:bodyPr anchor="t" rtlCol="false" tIns="0" lIns="0" bIns="0" rIns="0">
            <a:spAutoFit/>
          </a:bodyPr>
          <a:lstStyle/>
          <a:p>
            <a:pPr algn="l">
              <a:lnSpc>
                <a:spcPts val="4409"/>
              </a:lnSpc>
            </a:pPr>
            <a:r>
              <a:rPr lang="en-US" sz="3150">
                <a:solidFill>
                  <a:srgbClr val="FDF9ED"/>
                </a:solidFill>
                <a:latin typeface="Kabel"/>
                <a:ea typeface="Kabel"/>
                <a:cs typeface="Kabel"/>
                <a:sym typeface="Kabel"/>
              </a:rPr>
              <a:t>Riki S</a:t>
            </a:r>
            <a:r>
              <a:rPr lang="en-US" sz="3150">
                <a:solidFill>
                  <a:srgbClr val="FDF9ED"/>
                </a:solidFill>
                <a:latin typeface="Kabel"/>
                <a:ea typeface="Kabel"/>
                <a:cs typeface="Kabel"/>
                <a:sym typeface="Kabel"/>
              </a:rPr>
              <a:t>anto</a:t>
            </a:r>
          </a:p>
        </p:txBody>
      </p:sp>
      <p:sp>
        <p:nvSpPr>
          <p:cNvPr name="TextBox 23" id="23"/>
          <p:cNvSpPr txBox="true"/>
          <p:nvPr/>
        </p:nvSpPr>
        <p:spPr>
          <a:xfrm rot="0">
            <a:off x="13504777" y="7846695"/>
            <a:ext cx="3754523" cy="596265"/>
          </a:xfrm>
          <a:prstGeom prst="rect">
            <a:avLst/>
          </a:prstGeom>
        </p:spPr>
        <p:txBody>
          <a:bodyPr anchor="t" rtlCol="false" tIns="0" lIns="0" bIns="0" rIns="0">
            <a:spAutoFit/>
          </a:bodyPr>
          <a:lstStyle/>
          <a:p>
            <a:pPr algn="l">
              <a:lnSpc>
                <a:spcPts val="4409"/>
              </a:lnSpc>
            </a:pPr>
            <a:r>
              <a:rPr lang="en-US" sz="3150">
                <a:solidFill>
                  <a:srgbClr val="FDF9ED"/>
                </a:solidFill>
                <a:latin typeface="Kabel"/>
                <a:ea typeface="Kabel"/>
                <a:cs typeface="Kabel"/>
                <a:sym typeface="Kabel"/>
              </a:rPr>
              <a:t>T</a:t>
            </a:r>
            <a:r>
              <a:rPr lang="en-US" sz="3150">
                <a:solidFill>
                  <a:srgbClr val="FDF9ED"/>
                </a:solidFill>
                <a:latin typeface="Kabel"/>
                <a:ea typeface="Kabel"/>
                <a:cs typeface="Kabel"/>
                <a:sym typeface="Kabel"/>
              </a:rPr>
              <a:t>aylor Alonso</a:t>
            </a:r>
          </a:p>
        </p:txBody>
      </p:sp>
      <p:sp>
        <p:nvSpPr>
          <p:cNvPr name="TextBox 24" id="24"/>
          <p:cNvSpPr txBox="true"/>
          <p:nvPr/>
        </p:nvSpPr>
        <p:spPr>
          <a:xfrm rot="0">
            <a:off x="1028700" y="857250"/>
            <a:ext cx="5855024" cy="1461114"/>
          </a:xfrm>
          <a:prstGeom prst="rect">
            <a:avLst/>
          </a:prstGeom>
        </p:spPr>
        <p:txBody>
          <a:bodyPr anchor="t" rtlCol="false" tIns="0" lIns="0" bIns="0" rIns="0">
            <a:spAutoFit/>
          </a:bodyPr>
          <a:lstStyle/>
          <a:p>
            <a:pPr algn="l">
              <a:lnSpc>
                <a:spcPts val="11866"/>
              </a:lnSpc>
              <a:spcBef>
                <a:spcPct val="0"/>
              </a:spcBef>
            </a:pPr>
            <a:r>
              <a:rPr lang="en-US" sz="8475">
                <a:solidFill>
                  <a:srgbClr val="3C7F72"/>
                </a:solidFill>
                <a:latin typeface="Loubag"/>
                <a:ea typeface="Loubag"/>
                <a:cs typeface="Loubag"/>
                <a:sym typeface="Loubag"/>
              </a:rPr>
              <a:t>Our </a:t>
            </a:r>
            <a:r>
              <a:rPr lang="en-US" sz="8475">
                <a:solidFill>
                  <a:srgbClr val="3C7F72"/>
                </a:solidFill>
                <a:latin typeface="Loubag"/>
                <a:ea typeface="Loubag"/>
                <a:cs typeface="Loubag"/>
                <a:sym typeface="Loubag"/>
              </a:rPr>
              <a:t>Team</a:t>
            </a:r>
          </a:p>
        </p:txBody>
      </p:sp>
      <p:sp>
        <p:nvSpPr>
          <p:cNvPr name="TextBox 25" id="25"/>
          <p:cNvSpPr txBox="true"/>
          <p:nvPr/>
        </p:nvSpPr>
        <p:spPr>
          <a:xfrm rot="0">
            <a:off x="1727647" y="7712393"/>
            <a:ext cx="4725955" cy="596265"/>
          </a:xfrm>
          <a:prstGeom prst="rect">
            <a:avLst/>
          </a:prstGeom>
        </p:spPr>
        <p:txBody>
          <a:bodyPr anchor="t" rtlCol="false" tIns="0" lIns="0" bIns="0" rIns="0">
            <a:spAutoFit/>
          </a:bodyPr>
          <a:lstStyle/>
          <a:p>
            <a:pPr algn="ctr">
              <a:lnSpc>
                <a:spcPts val="4409"/>
              </a:lnSpc>
            </a:pPr>
            <a:r>
              <a:rPr lang="en-US" sz="3150">
                <a:solidFill>
                  <a:srgbClr val="992800"/>
                </a:solidFill>
                <a:latin typeface="Kabel"/>
                <a:ea typeface="Kabel"/>
                <a:cs typeface="Kabel"/>
                <a:sym typeface="Kabel"/>
              </a:rPr>
              <a:t>Seb</a:t>
            </a:r>
            <a:r>
              <a:rPr lang="en-US" sz="3150">
                <a:solidFill>
                  <a:srgbClr val="992800"/>
                </a:solidFill>
                <a:latin typeface="Kabel"/>
                <a:ea typeface="Kabel"/>
                <a:cs typeface="Kabel"/>
                <a:sym typeface="Kabel"/>
              </a:rPr>
              <a:t>astian Bennett</a:t>
            </a:r>
          </a:p>
        </p:txBody>
      </p:sp>
      <p:sp>
        <p:nvSpPr>
          <p:cNvPr name="TextBox 26" id="26"/>
          <p:cNvSpPr txBox="true"/>
          <p:nvPr/>
        </p:nvSpPr>
        <p:spPr>
          <a:xfrm rot="0">
            <a:off x="3362026" y="8232458"/>
            <a:ext cx="1457198" cy="344805"/>
          </a:xfrm>
          <a:prstGeom prst="rect">
            <a:avLst/>
          </a:prstGeom>
        </p:spPr>
        <p:txBody>
          <a:bodyPr anchor="t" rtlCol="false" tIns="0" lIns="0" bIns="0" rIns="0">
            <a:spAutoFit/>
          </a:bodyPr>
          <a:lstStyle/>
          <a:p>
            <a:pPr algn="ctr">
              <a:lnSpc>
                <a:spcPts val="2520"/>
              </a:lnSpc>
            </a:pPr>
            <a:r>
              <a:rPr lang="en-US" sz="1800">
                <a:solidFill>
                  <a:srgbClr val="992800"/>
                </a:solidFill>
                <a:latin typeface="Kabel"/>
                <a:ea typeface="Kabel"/>
                <a:cs typeface="Kabel"/>
                <a:sym typeface="Kabel"/>
              </a:rPr>
              <a:t>Founder</a:t>
            </a:r>
          </a:p>
        </p:txBody>
      </p:sp>
      <p:sp>
        <p:nvSpPr>
          <p:cNvPr name="TextBox 27" id="27"/>
          <p:cNvSpPr txBox="true"/>
          <p:nvPr/>
        </p:nvSpPr>
        <p:spPr>
          <a:xfrm rot="0">
            <a:off x="13504777" y="2714604"/>
            <a:ext cx="1457198" cy="344805"/>
          </a:xfrm>
          <a:prstGeom prst="rect">
            <a:avLst/>
          </a:prstGeom>
        </p:spPr>
        <p:txBody>
          <a:bodyPr anchor="t" rtlCol="false" tIns="0" lIns="0" bIns="0" rIns="0">
            <a:spAutoFit/>
          </a:bodyPr>
          <a:lstStyle/>
          <a:p>
            <a:pPr algn="l">
              <a:lnSpc>
                <a:spcPts val="2520"/>
              </a:lnSpc>
            </a:pPr>
            <a:r>
              <a:rPr lang="en-US" sz="1800">
                <a:solidFill>
                  <a:srgbClr val="FDF9ED"/>
                </a:solidFill>
                <a:latin typeface="Kabel"/>
                <a:ea typeface="Kabel"/>
                <a:cs typeface="Kabel"/>
                <a:sym typeface="Kabel"/>
              </a:rPr>
              <a:t>CEO</a:t>
            </a:r>
          </a:p>
        </p:txBody>
      </p:sp>
      <p:sp>
        <p:nvSpPr>
          <p:cNvPr name="TextBox 28" id="28"/>
          <p:cNvSpPr txBox="true"/>
          <p:nvPr/>
        </p:nvSpPr>
        <p:spPr>
          <a:xfrm rot="0">
            <a:off x="13504777" y="5536013"/>
            <a:ext cx="1457198" cy="344805"/>
          </a:xfrm>
          <a:prstGeom prst="rect">
            <a:avLst/>
          </a:prstGeom>
        </p:spPr>
        <p:txBody>
          <a:bodyPr anchor="t" rtlCol="false" tIns="0" lIns="0" bIns="0" rIns="0">
            <a:spAutoFit/>
          </a:bodyPr>
          <a:lstStyle/>
          <a:p>
            <a:pPr algn="l">
              <a:lnSpc>
                <a:spcPts val="2520"/>
              </a:lnSpc>
            </a:pPr>
            <a:r>
              <a:rPr lang="en-US" sz="1800">
                <a:solidFill>
                  <a:srgbClr val="FDF9ED"/>
                </a:solidFill>
                <a:latin typeface="Kabel"/>
                <a:ea typeface="Kabel"/>
                <a:cs typeface="Kabel"/>
                <a:sym typeface="Kabel"/>
              </a:rPr>
              <a:t>Finance</a:t>
            </a:r>
          </a:p>
        </p:txBody>
      </p:sp>
      <p:sp>
        <p:nvSpPr>
          <p:cNvPr name="TextBox 29" id="29"/>
          <p:cNvSpPr txBox="true"/>
          <p:nvPr/>
        </p:nvSpPr>
        <p:spPr>
          <a:xfrm rot="0">
            <a:off x="13504777" y="8366760"/>
            <a:ext cx="1457198" cy="344805"/>
          </a:xfrm>
          <a:prstGeom prst="rect">
            <a:avLst/>
          </a:prstGeom>
        </p:spPr>
        <p:txBody>
          <a:bodyPr anchor="t" rtlCol="false" tIns="0" lIns="0" bIns="0" rIns="0">
            <a:spAutoFit/>
          </a:bodyPr>
          <a:lstStyle/>
          <a:p>
            <a:pPr algn="l">
              <a:lnSpc>
                <a:spcPts val="2520"/>
              </a:lnSpc>
            </a:pPr>
            <a:r>
              <a:rPr lang="en-US" sz="1800">
                <a:solidFill>
                  <a:srgbClr val="FDF9ED"/>
                </a:solidFill>
                <a:latin typeface="Kabel"/>
                <a:ea typeface="Kabel"/>
                <a:cs typeface="Kabel"/>
                <a:sym typeface="Kabel"/>
              </a:rPr>
              <a:t>HRD</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DF9ED"/>
        </a:solidFill>
      </p:bgPr>
    </p:bg>
    <p:spTree>
      <p:nvGrpSpPr>
        <p:cNvPr id="1" name=""/>
        <p:cNvGrpSpPr/>
        <p:nvPr/>
      </p:nvGrpSpPr>
      <p:grpSpPr>
        <a:xfrm>
          <a:off x="0" y="0"/>
          <a:ext cx="0" cy="0"/>
          <a:chOff x="0" y="0"/>
          <a:chExt cx="0" cy="0"/>
        </a:xfrm>
      </p:grpSpPr>
      <p:sp>
        <p:nvSpPr>
          <p:cNvPr name="Freeform 2" id="2"/>
          <p:cNvSpPr/>
          <p:nvPr/>
        </p:nvSpPr>
        <p:spPr>
          <a:xfrm flipH="true" flipV="false" rot="0">
            <a:off x="11370406" y="3733472"/>
            <a:ext cx="6529697" cy="6553528"/>
          </a:xfrm>
          <a:custGeom>
            <a:avLst/>
            <a:gdLst/>
            <a:ahLst/>
            <a:cxnLst/>
            <a:rect r="r" b="b" t="t" l="l"/>
            <a:pathLst>
              <a:path h="6553528" w="6529697">
                <a:moveTo>
                  <a:pt x="6529697" y="0"/>
                </a:moveTo>
                <a:lnTo>
                  <a:pt x="0" y="0"/>
                </a:lnTo>
                <a:lnTo>
                  <a:pt x="0" y="6553528"/>
                </a:lnTo>
                <a:lnTo>
                  <a:pt x="6529697" y="6553528"/>
                </a:lnTo>
                <a:lnTo>
                  <a:pt x="6529697"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72884" y="3455840"/>
            <a:ext cx="11643290" cy="2156464"/>
            <a:chOff x="0" y="0"/>
            <a:chExt cx="3066545" cy="567958"/>
          </a:xfrm>
        </p:grpSpPr>
        <p:sp>
          <p:nvSpPr>
            <p:cNvPr name="Freeform 4" id="4"/>
            <p:cNvSpPr/>
            <p:nvPr/>
          </p:nvSpPr>
          <p:spPr>
            <a:xfrm flipH="false" flipV="false" rot="0">
              <a:off x="0" y="0"/>
              <a:ext cx="3066545" cy="567958"/>
            </a:xfrm>
            <a:custGeom>
              <a:avLst/>
              <a:gdLst/>
              <a:ahLst/>
              <a:cxnLst/>
              <a:rect r="r" b="b" t="t" l="l"/>
              <a:pathLst>
                <a:path h="567958" w="3066545">
                  <a:moveTo>
                    <a:pt x="0" y="0"/>
                  </a:moveTo>
                  <a:lnTo>
                    <a:pt x="3066545" y="0"/>
                  </a:lnTo>
                  <a:lnTo>
                    <a:pt x="3066545" y="567958"/>
                  </a:lnTo>
                  <a:lnTo>
                    <a:pt x="0" y="567958"/>
                  </a:lnTo>
                  <a:close/>
                </a:path>
              </a:pathLst>
            </a:custGeom>
            <a:solidFill>
              <a:srgbClr val="992800"/>
            </a:solidFill>
          </p:spPr>
        </p:sp>
        <p:sp>
          <p:nvSpPr>
            <p:cNvPr name="TextBox 5" id="5"/>
            <p:cNvSpPr txBox="true"/>
            <p:nvPr/>
          </p:nvSpPr>
          <p:spPr>
            <a:xfrm>
              <a:off x="0" y="-95250"/>
              <a:ext cx="3066545" cy="663208"/>
            </a:xfrm>
            <a:prstGeom prst="rect">
              <a:avLst/>
            </a:prstGeom>
          </p:spPr>
          <p:txBody>
            <a:bodyPr anchor="ctr" rtlCol="false" tIns="50800" lIns="50800" bIns="50800" rIns="50800"/>
            <a:lstStyle/>
            <a:p>
              <a:pPr algn="ctr">
                <a:lnSpc>
                  <a:spcPts val="3657"/>
                </a:lnSpc>
              </a:pPr>
            </a:p>
          </p:txBody>
        </p:sp>
      </p:grpSp>
      <p:sp>
        <p:nvSpPr>
          <p:cNvPr name="TextBox 6" id="6"/>
          <p:cNvSpPr txBox="true"/>
          <p:nvPr/>
        </p:nvSpPr>
        <p:spPr>
          <a:xfrm rot="0">
            <a:off x="1028700" y="876300"/>
            <a:ext cx="3530560" cy="1302965"/>
          </a:xfrm>
          <a:prstGeom prst="rect">
            <a:avLst/>
          </a:prstGeom>
        </p:spPr>
        <p:txBody>
          <a:bodyPr anchor="t" rtlCol="false" tIns="0" lIns="0" bIns="0" rIns="0">
            <a:spAutoFit/>
          </a:bodyPr>
          <a:lstStyle/>
          <a:p>
            <a:pPr algn="l">
              <a:lnSpc>
                <a:spcPts val="10608"/>
              </a:lnSpc>
              <a:spcBef>
                <a:spcPct val="0"/>
              </a:spcBef>
            </a:pPr>
            <a:r>
              <a:rPr lang="en-US" sz="7577">
                <a:solidFill>
                  <a:srgbClr val="3C7F72"/>
                </a:solidFill>
                <a:latin typeface="Loubag"/>
                <a:ea typeface="Loubag"/>
                <a:cs typeface="Loubag"/>
                <a:sym typeface="Loubag"/>
              </a:rPr>
              <a:t>Why Us</a:t>
            </a:r>
          </a:p>
        </p:txBody>
      </p:sp>
      <p:sp>
        <p:nvSpPr>
          <p:cNvPr name="TextBox 7" id="7"/>
          <p:cNvSpPr txBox="true"/>
          <p:nvPr/>
        </p:nvSpPr>
        <p:spPr>
          <a:xfrm rot="0">
            <a:off x="1028700" y="3662244"/>
            <a:ext cx="9258284" cy="1619831"/>
          </a:xfrm>
          <a:prstGeom prst="rect">
            <a:avLst/>
          </a:prstGeom>
        </p:spPr>
        <p:txBody>
          <a:bodyPr anchor="t" rtlCol="false" tIns="0" lIns="0" bIns="0" rIns="0">
            <a:spAutoFit/>
          </a:bodyPr>
          <a:lstStyle/>
          <a:p>
            <a:pPr algn="l">
              <a:lnSpc>
                <a:spcPts val="4167"/>
              </a:lnSpc>
            </a:pPr>
            <a:r>
              <a:rPr lang="en-US" sz="2977">
                <a:solidFill>
                  <a:srgbClr val="FDF9ED"/>
                </a:solidFill>
                <a:latin typeface="Kabel"/>
                <a:ea typeface="Kabel"/>
                <a:cs typeface="Kabel"/>
                <a:sym typeface="Kabel"/>
              </a:rPr>
              <a:t>Lorem ipsum dolor sit amet, consectetur adipiscing elit. Maecenas scelerisque sapien quam, et ornare tortor faucibus at. Nullam elementum dolor quis mollis eleifend. </a:t>
            </a:r>
          </a:p>
        </p:txBody>
      </p:sp>
      <p:sp>
        <p:nvSpPr>
          <p:cNvPr name="TextBox 8" id="8"/>
          <p:cNvSpPr txBox="true"/>
          <p:nvPr/>
        </p:nvSpPr>
        <p:spPr>
          <a:xfrm rot="0">
            <a:off x="1028700" y="7589930"/>
            <a:ext cx="4497943" cy="486089"/>
          </a:xfrm>
          <a:prstGeom prst="rect">
            <a:avLst/>
          </a:prstGeom>
        </p:spPr>
        <p:txBody>
          <a:bodyPr anchor="t" rtlCol="false" tIns="0" lIns="0" bIns="0" rIns="0">
            <a:spAutoFit/>
          </a:bodyPr>
          <a:lstStyle/>
          <a:p>
            <a:pPr algn="ctr">
              <a:lnSpc>
                <a:spcPts val="3657"/>
              </a:lnSpc>
              <a:spcBef>
                <a:spcPct val="0"/>
              </a:spcBef>
            </a:pPr>
            <a:r>
              <a:rPr lang="en-US" sz="2612">
                <a:solidFill>
                  <a:srgbClr val="992800"/>
                </a:solidFill>
                <a:latin typeface="Kabel"/>
                <a:ea typeface="Kabel"/>
                <a:cs typeface="Kabel"/>
                <a:sym typeface="Kabel"/>
              </a:rPr>
              <a:t>123 Anywhere St., Any City, ST 12345</a:t>
            </a:r>
          </a:p>
        </p:txBody>
      </p:sp>
      <p:sp>
        <p:nvSpPr>
          <p:cNvPr name="TextBox 9" id="9"/>
          <p:cNvSpPr txBox="true"/>
          <p:nvPr/>
        </p:nvSpPr>
        <p:spPr>
          <a:xfrm rot="0">
            <a:off x="1028700" y="8180794"/>
            <a:ext cx="1853684" cy="486089"/>
          </a:xfrm>
          <a:prstGeom prst="rect">
            <a:avLst/>
          </a:prstGeom>
        </p:spPr>
        <p:txBody>
          <a:bodyPr anchor="t" rtlCol="false" tIns="0" lIns="0" bIns="0" rIns="0">
            <a:spAutoFit/>
          </a:bodyPr>
          <a:lstStyle/>
          <a:p>
            <a:pPr algn="ctr">
              <a:lnSpc>
                <a:spcPts val="3657"/>
              </a:lnSpc>
              <a:spcBef>
                <a:spcPct val="0"/>
              </a:spcBef>
            </a:pPr>
            <a:r>
              <a:rPr lang="en-US" sz="2612">
                <a:solidFill>
                  <a:srgbClr val="992800"/>
                </a:solidFill>
                <a:latin typeface="Kabel"/>
                <a:ea typeface="Kabel"/>
                <a:cs typeface="Kabel"/>
                <a:sym typeface="Kabel"/>
              </a:rPr>
              <a:t>+123-456-7890</a:t>
            </a:r>
          </a:p>
        </p:txBody>
      </p:sp>
      <p:sp>
        <p:nvSpPr>
          <p:cNvPr name="TextBox 10" id="10"/>
          <p:cNvSpPr txBox="true"/>
          <p:nvPr/>
        </p:nvSpPr>
        <p:spPr>
          <a:xfrm rot="0">
            <a:off x="1028603" y="8772211"/>
            <a:ext cx="2780184" cy="486089"/>
          </a:xfrm>
          <a:prstGeom prst="rect">
            <a:avLst/>
          </a:prstGeom>
        </p:spPr>
        <p:txBody>
          <a:bodyPr anchor="t" rtlCol="false" tIns="0" lIns="0" bIns="0" rIns="0">
            <a:spAutoFit/>
          </a:bodyPr>
          <a:lstStyle/>
          <a:p>
            <a:pPr algn="ctr">
              <a:lnSpc>
                <a:spcPts val="3657"/>
              </a:lnSpc>
              <a:spcBef>
                <a:spcPct val="0"/>
              </a:spcBef>
            </a:pPr>
            <a:r>
              <a:rPr lang="en-US" sz="2612">
                <a:solidFill>
                  <a:srgbClr val="992800"/>
                </a:solidFill>
                <a:latin typeface="Kabel"/>
                <a:ea typeface="Kabel"/>
                <a:cs typeface="Kabel"/>
                <a:sym typeface="Kabel"/>
              </a:rPr>
              <a:t>hello@reallygreatsite.com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DAHNn18ztmY</dc:identifier>
  <dcterms:modified xsi:type="dcterms:W3CDTF">2011-08-01T06:04:30Z</dcterms:modified>
  <cp:revision>1</cp:revision>
  <dc:title>Logo</dc:title>
</cp:coreProperties>
</file>